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11E35B-B03F-E523-C704-0051C4D72303}" v="349" dt="2024-12-21T20:50:13.113"/>
    <p1510:client id="{F8C315B2-6585-1886-64BF-2938DC737C17}" v="55" dt="2024-12-21T20:12:27.4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EB941A-F7E8-4495-A1D8-42F6157195AC}"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27EB54EC-E69E-460D-AF6F-71D548A34EB1}">
      <dgm:prSet/>
      <dgm:spPr/>
      <dgm:t>
        <a:bodyPr/>
        <a:lstStyle/>
        <a:p>
          <a:pPr>
            <a:lnSpc>
              <a:spcPct val="100000"/>
            </a:lnSpc>
            <a:defRPr b="1"/>
          </a:pPr>
          <a:r>
            <a:rPr lang="en-US" b="1"/>
            <a:t>User Management:</a:t>
          </a:r>
          <a:endParaRPr lang="en-US"/>
        </a:p>
      </dgm:t>
    </dgm:pt>
    <dgm:pt modelId="{EDA2CFCB-8E58-4517-A819-BC1E97CF90EB}" type="parTrans" cxnId="{83401C34-6BAA-4BB9-8072-E7C6D1622170}">
      <dgm:prSet/>
      <dgm:spPr/>
      <dgm:t>
        <a:bodyPr/>
        <a:lstStyle/>
        <a:p>
          <a:endParaRPr lang="en-US"/>
        </a:p>
      </dgm:t>
    </dgm:pt>
    <dgm:pt modelId="{0E6B33C4-D145-4A65-9715-C14E977C59D5}" type="sibTrans" cxnId="{83401C34-6BAA-4BB9-8072-E7C6D1622170}">
      <dgm:prSet/>
      <dgm:spPr/>
      <dgm:t>
        <a:bodyPr/>
        <a:lstStyle/>
        <a:p>
          <a:endParaRPr lang="en-US"/>
        </a:p>
      </dgm:t>
    </dgm:pt>
    <dgm:pt modelId="{B4261D79-AEAE-4A65-88C6-E77334576AEF}">
      <dgm:prSet/>
      <dgm:spPr/>
      <dgm:t>
        <a:bodyPr/>
        <a:lstStyle/>
        <a:p>
          <a:pPr>
            <a:lnSpc>
              <a:spcPct val="100000"/>
            </a:lnSpc>
          </a:pPr>
          <a:r>
            <a:rPr lang="en-US"/>
            <a:t>Add new students (Name, ID, Password, Year, Major).</a:t>
          </a:r>
        </a:p>
      </dgm:t>
    </dgm:pt>
    <dgm:pt modelId="{515F85A2-D333-4CDB-BA19-0819D30C27BB}" type="parTrans" cxnId="{708C5765-3A46-484E-B051-E35C86326710}">
      <dgm:prSet/>
      <dgm:spPr/>
      <dgm:t>
        <a:bodyPr/>
        <a:lstStyle/>
        <a:p>
          <a:endParaRPr lang="en-US"/>
        </a:p>
      </dgm:t>
    </dgm:pt>
    <dgm:pt modelId="{6623CF02-346B-4370-AA78-52B37338D36D}" type="sibTrans" cxnId="{708C5765-3A46-484E-B051-E35C86326710}">
      <dgm:prSet/>
      <dgm:spPr/>
      <dgm:t>
        <a:bodyPr/>
        <a:lstStyle/>
        <a:p>
          <a:endParaRPr lang="en-US"/>
        </a:p>
      </dgm:t>
    </dgm:pt>
    <dgm:pt modelId="{3B98D11A-B16C-4E3A-80DC-A8DA40F48338}">
      <dgm:prSet/>
      <dgm:spPr/>
      <dgm:t>
        <a:bodyPr/>
        <a:lstStyle/>
        <a:p>
          <a:pPr>
            <a:lnSpc>
              <a:spcPct val="100000"/>
            </a:lnSpc>
          </a:pPr>
          <a:r>
            <a:rPr lang="en-US"/>
            <a:t>Edit existing student information.</a:t>
          </a:r>
        </a:p>
      </dgm:t>
    </dgm:pt>
    <dgm:pt modelId="{F8F94735-D36B-41AA-A8FE-54A2172F879B}" type="parTrans" cxnId="{26EA265F-130A-46CB-A984-B171E9E27F23}">
      <dgm:prSet/>
      <dgm:spPr/>
      <dgm:t>
        <a:bodyPr/>
        <a:lstStyle/>
        <a:p>
          <a:endParaRPr lang="en-US"/>
        </a:p>
      </dgm:t>
    </dgm:pt>
    <dgm:pt modelId="{E674FBDB-3888-4A0A-A036-D7DBDDD6A0EC}" type="sibTrans" cxnId="{26EA265F-130A-46CB-A984-B171E9E27F23}">
      <dgm:prSet/>
      <dgm:spPr/>
      <dgm:t>
        <a:bodyPr/>
        <a:lstStyle/>
        <a:p>
          <a:endParaRPr lang="en-US"/>
        </a:p>
      </dgm:t>
    </dgm:pt>
    <dgm:pt modelId="{17764E91-90A5-42E3-BA24-6D3E80184C9F}">
      <dgm:prSet/>
      <dgm:spPr/>
      <dgm:t>
        <a:bodyPr/>
        <a:lstStyle/>
        <a:p>
          <a:pPr>
            <a:lnSpc>
              <a:spcPct val="100000"/>
            </a:lnSpc>
          </a:pPr>
          <a:r>
            <a:rPr lang="en-US"/>
            <a:t>Delete students.</a:t>
          </a:r>
        </a:p>
      </dgm:t>
    </dgm:pt>
    <dgm:pt modelId="{3F9BAD34-54AC-40DA-A4BB-A2F4DB088E23}" type="parTrans" cxnId="{EF22E69A-5FFF-42C8-A6BB-32BB649927E4}">
      <dgm:prSet/>
      <dgm:spPr/>
      <dgm:t>
        <a:bodyPr/>
        <a:lstStyle/>
        <a:p>
          <a:endParaRPr lang="en-US"/>
        </a:p>
      </dgm:t>
    </dgm:pt>
    <dgm:pt modelId="{3D2F7A2D-5AC9-4E90-8A09-FB635B9850C6}" type="sibTrans" cxnId="{EF22E69A-5FFF-42C8-A6BB-32BB649927E4}">
      <dgm:prSet/>
      <dgm:spPr/>
      <dgm:t>
        <a:bodyPr/>
        <a:lstStyle/>
        <a:p>
          <a:endParaRPr lang="en-US"/>
        </a:p>
      </dgm:t>
    </dgm:pt>
    <dgm:pt modelId="{D16853DA-2CFD-4DB3-872A-EAAA6E83C0DB}">
      <dgm:prSet/>
      <dgm:spPr/>
      <dgm:t>
        <a:bodyPr/>
        <a:lstStyle/>
        <a:p>
          <a:pPr>
            <a:lnSpc>
              <a:spcPct val="100000"/>
            </a:lnSpc>
            <a:defRPr b="1"/>
          </a:pPr>
          <a:r>
            <a:rPr lang="en-US" b="1"/>
            <a:t>Grading Management:</a:t>
          </a:r>
          <a:endParaRPr lang="en-US"/>
        </a:p>
      </dgm:t>
    </dgm:pt>
    <dgm:pt modelId="{35923D8C-6A75-4EB9-ADBB-523560AED8FE}" type="parTrans" cxnId="{C4C6D45F-BDCB-474D-B875-93967431228D}">
      <dgm:prSet/>
      <dgm:spPr/>
      <dgm:t>
        <a:bodyPr/>
        <a:lstStyle/>
        <a:p>
          <a:endParaRPr lang="en-US"/>
        </a:p>
      </dgm:t>
    </dgm:pt>
    <dgm:pt modelId="{08E74153-6924-41A4-B163-F717586AC4F7}" type="sibTrans" cxnId="{C4C6D45F-BDCB-474D-B875-93967431228D}">
      <dgm:prSet/>
      <dgm:spPr/>
      <dgm:t>
        <a:bodyPr/>
        <a:lstStyle/>
        <a:p>
          <a:endParaRPr lang="en-US"/>
        </a:p>
      </dgm:t>
    </dgm:pt>
    <dgm:pt modelId="{F2D7BE92-5E41-4268-A089-E3B29DC6458D}">
      <dgm:prSet/>
      <dgm:spPr/>
      <dgm:t>
        <a:bodyPr/>
        <a:lstStyle/>
        <a:p>
          <a:pPr>
            <a:lnSpc>
              <a:spcPct val="100000"/>
            </a:lnSpc>
          </a:pPr>
          <a:r>
            <a:rPr lang="en-US"/>
            <a:t>Record grades for students in their courses.</a:t>
          </a:r>
        </a:p>
      </dgm:t>
    </dgm:pt>
    <dgm:pt modelId="{37D8BFD3-1EEB-43E9-9686-58EE516AB135}" type="parTrans" cxnId="{65A0EE57-A34D-4ABA-8794-FF1C8D240C51}">
      <dgm:prSet/>
      <dgm:spPr/>
      <dgm:t>
        <a:bodyPr/>
        <a:lstStyle/>
        <a:p>
          <a:endParaRPr lang="en-US"/>
        </a:p>
      </dgm:t>
    </dgm:pt>
    <dgm:pt modelId="{7450907F-ECCE-4239-A998-3C36F7F33C15}" type="sibTrans" cxnId="{65A0EE57-A34D-4ABA-8794-FF1C8D240C51}">
      <dgm:prSet/>
      <dgm:spPr/>
      <dgm:t>
        <a:bodyPr/>
        <a:lstStyle/>
        <a:p>
          <a:endParaRPr lang="en-US"/>
        </a:p>
      </dgm:t>
    </dgm:pt>
    <dgm:pt modelId="{97F783AF-CACB-4479-BD8D-C5E3D25275F7}">
      <dgm:prSet/>
      <dgm:spPr/>
      <dgm:t>
        <a:bodyPr/>
        <a:lstStyle/>
        <a:p>
          <a:pPr>
            <a:lnSpc>
              <a:spcPct val="100000"/>
            </a:lnSpc>
          </a:pPr>
          <a:r>
            <a:rPr lang="en-US"/>
            <a:t>Grade Percentage to Letter Grading System.</a:t>
          </a:r>
        </a:p>
      </dgm:t>
    </dgm:pt>
    <dgm:pt modelId="{EEC79F4B-FD61-497E-94EC-2CDA9DECCF8F}" type="parTrans" cxnId="{FF6CAD04-752C-4B5E-A503-74B2D2994D19}">
      <dgm:prSet/>
      <dgm:spPr/>
      <dgm:t>
        <a:bodyPr/>
        <a:lstStyle/>
        <a:p>
          <a:endParaRPr lang="en-US"/>
        </a:p>
      </dgm:t>
    </dgm:pt>
    <dgm:pt modelId="{F8134F05-7A89-481A-8609-D096BF8759A0}" type="sibTrans" cxnId="{FF6CAD04-752C-4B5E-A503-74B2D2994D19}">
      <dgm:prSet/>
      <dgm:spPr/>
      <dgm:t>
        <a:bodyPr/>
        <a:lstStyle/>
        <a:p>
          <a:endParaRPr lang="en-US"/>
        </a:p>
      </dgm:t>
    </dgm:pt>
    <dgm:pt modelId="{89E1038C-F9B6-40C0-986C-CEA6F2C07F33}">
      <dgm:prSet/>
      <dgm:spPr/>
      <dgm:t>
        <a:bodyPr/>
        <a:lstStyle/>
        <a:p>
          <a:pPr>
            <a:lnSpc>
              <a:spcPct val="100000"/>
            </a:lnSpc>
            <a:defRPr b="1"/>
          </a:pPr>
          <a:r>
            <a:rPr lang="en-US" b="1"/>
            <a:t>Student Enrollment:</a:t>
          </a:r>
          <a:endParaRPr lang="en-US"/>
        </a:p>
      </dgm:t>
    </dgm:pt>
    <dgm:pt modelId="{34429D36-BDD5-46F5-AD65-7DDD3405E462}" type="parTrans" cxnId="{7BCA724E-2844-4738-A99E-23F9CB0089CD}">
      <dgm:prSet/>
      <dgm:spPr/>
      <dgm:t>
        <a:bodyPr/>
        <a:lstStyle/>
        <a:p>
          <a:endParaRPr lang="en-US"/>
        </a:p>
      </dgm:t>
    </dgm:pt>
    <dgm:pt modelId="{B5526907-19EF-41FC-8C54-1A36C3888796}" type="sibTrans" cxnId="{7BCA724E-2844-4738-A99E-23F9CB0089CD}">
      <dgm:prSet/>
      <dgm:spPr/>
      <dgm:t>
        <a:bodyPr/>
        <a:lstStyle/>
        <a:p>
          <a:endParaRPr lang="en-US"/>
        </a:p>
      </dgm:t>
    </dgm:pt>
    <dgm:pt modelId="{912C152A-5074-485C-AC8B-F2695510D44E}">
      <dgm:prSet/>
      <dgm:spPr/>
      <dgm:t>
        <a:bodyPr/>
        <a:lstStyle/>
        <a:p>
          <a:pPr>
            <a:lnSpc>
              <a:spcPct val="100000"/>
            </a:lnSpc>
          </a:pPr>
          <a:r>
            <a:rPr lang="en-US"/>
            <a:t>View a list of all enrolled students and their courses.</a:t>
          </a:r>
        </a:p>
      </dgm:t>
    </dgm:pt>
    <dgm:pt modelId="{4C73723B-875D-43C2-8B9D-FB1FFDA8CB91}" type="parTrans" cxnId="{F804DA9C-7187-4379-861B-6BB3B19139D1}">
      <dgm:prSet/>
      <dgm:spPr/>
      <dgm:t>
        <a:bodyPr/>
        <a:lstStyle/>
        <a:p>
          <a:endParaRPr lang="en-US"/>
        </a:p>
      </dgm:t>
    </dgm:pt>
    <dgm:pt modelId="{986997A9-F015-48A1-AB4B-33F29C5CF1A7}" type="sibTrans" cxnId="{F804DA9C-7187-4379-861B-6BB3B19139D1}">
      <dgm:prSet/>
      <dgm:spPr/>
      <dgm:t>
        <a:bodyPr/>
        <a:lstStyle/>
        <a:p>
          <a:endParaRPr lang="en-US"/>
        </a:p>
      </dgm:t>
    </dgm:pt>
    <dgm:pt modelId="{E45DAE96-30C1-4F63-B5C9-85C9490DD3A1}">
      <dgm:prSet/>
      <dgm:spPr/>
      <dgm:t>
        <a:bodyPr/>
        <a:lstStyle/>
        <a:p>
          <a:pPr>
            <a:lnSpc>
              <a:spcPct val="100000"/>
            </a:lnSpc>
            <a:defRPr b="1"/>
          </a:pPr>
          <a:r>
            <a:rPr lang="en-US" b="1"/>
            <a:t>Schedule Management:</a:t>
          </a:r>
          <a:endParaRPr lang="en-US"/>
        </a:p>
      </dgm:t>
    </dgm:pt>
    <dgm:pt modelId="{66465234-EBFC-49B5-B39F-17B634F91544}" type="parTrans" cxnId="{D1415D6B-391F-44B6-9B25-833FD25312A0}">
      <dgm:prSet/>
      <dgm:spPr/>
      <dgm:t>
        <a:bodyPr/>
        <a:lstStyle/>
        <a:p>
          <a:endParaRPr lang="en-US"/>
        </a:p>
      </dgm:t>
    </dgm:pt>
    <dgm:pt modelId="{EA4C52FA-01A5-4218-AA11-16DE1E442543}" type="sibTrans" cxnId="{D1415D6B-391F-44B6-9B25-833FD25312A0}">
      <dgm:prSet/>
      <dgm:spPr/>
      <dgm:t>
        <a:bodyPr/>
        <a:lstStyle/>
        <a:p>
          <a:endParaRPr lang="en-US"/>
        </a:p>
      </dgm:t>
    </dgm:pt>
    <dgm:pt modelId="{453D1063-D14F-464F-85D4-747F7CB69BCF}">
      <dgm:prSet/>
      <dgm:spPr/>
      <dgm:t>
        <a:bodyPr/>
        <a:lstStyle/>
        <a:p>
          <a:pPr>
            <a:lnSpc>
              <a:spcPct val="100000"/>
            </a:lnSpc>
          </a:pPr>
          <a:r>
            <a:rPr lang="en-US"/>
            <a:t>Set up student schedules for each day of the week.</a:t>
          </a:r>
        </a:p>
      </dgm:t>
    </dgm:pt>
    <dgm:pt modelId="{88B4D27E-0BAC-4FAA-A830-B6A5D3372D9B}" type="parTrans" cxnId="{BFAADE2C-7022-4301-A57A-A7738DDFFF94}">
      <dgm:prSet/>
      <dgm:spPr/>
      <dgm:t>
        <a:bodyPr/>
        <a:lstStyle/>
        <a:p>
          <a:endParaRPr lang="en-US"/>
        </a:p>
      </dgm:t>
    </dgm:pt>
    <dgm:pt modelId="{2161AB35-7599-4CAC-8B6B-41200C520B4D}" type="sibTrans" cxnId="{BFAADE2C-7022-4301-A57A-A7738DDFFF94}">
      <dgm:prSet/>
      <dgm:spPr/>
      <dgm:t>
        <a:bodyPr/>
        <a:lstStyle/>
        <a:p>
          <a:endParaRPr lang="en-US"/>
        </a:p>
      </dgm:t>
    </dgm:pt>
    <dgm:pt modelId="{3F5F80F0-F360-4550-93AE-EB87D9EDD6E7}">
      <dgm:prSet/>
      <dgm:spPr/>
      <dgm:t>
        <a:bodyPr/>
        <a:lstStyle/>
        <a:p>
          <a:pPr>
            <a:lnSpc>
              <a:spcPct val="100000"/>
            </a:lnSpc>
            <a:defRPr b="1"/>
          </a:pPr>
          <a:r>
            <a:rPr lang="en-US" b="1"/>
            <a:t>Feedback Management:</a:t>
          </a:r>
          <a:endParaRPr lang="en-US"/>
        </a:p>
      </dgm:t>
    </dgm:pt>
    <dgm:pt modelId="{371C65CC-34B0-467D-850A-C8D1A211BC5D}" type="parTrans" cxnId="{52537DD4-A98A-4222-AE94-A540FA02ACC3}">
      <dgm:prSet/>
      <dgm:spPr/>
      <dgm:t>
        <a:bodyPr/>
        <a:lstStyle/>
        <a:p>
          <a:endParaRPr lang="en-US"/>
        </a:p>
      </dgm:t>
    </dgm:pt>
    <dgm:pt modelId="{9685EFFD-D7E3-49D9-8888-3D08153B33B9}" type="sibTrans" cxnId="{52537DD4-A98A-4222-AE94-A540FA02ACC3}">
      <dgm:prSet/>
      <dgm:spPr/>
      <dgm:t>
        <a:bodyPr/>
        <a:lstStyle/>
        <a:p>
          <a:endParaRPr lang="en-US"/>
        </a:p>
      </dgm:t>
    </dgm:pt>
    <dgm:pt modelId="{45CE4E87-425D-499A-8740-429FABF85851}">
      <dgm:prSet/>
      <dgm:spPr/>
      <dgm:t>
        <a:bodyPr/>
        <a:lstStyle/>
        <a:p>
          <a:pPr>
            <a:lnSpc>
              <a:spcPct val="100000"/>
            </a:lnSpc>
          </a:pPr>
          <a:r>
            <a:rPr lang="en-US"/>
            <a:t>View and manage student feedback.</a:t>
          </a:r>
        </a:p>
      </dgm:t>
    </dgm:pt>
    <dgm:pt modelId="{8326BAB7-1B01-4491-9490-B4A9C88C6416}" type="parTrans" cxnId="{08A5E9CF-E22F-4CD4-8C6B-C936D21B7E74}">
      <dgm:prSet/>
      <dgm:spPr/>
      <dgm:t>
        <a:bodyPr/>
        <a:lstStyle/>
        <a:p>
          <a:endParaRPr lang="en-US"/>
        </a:p>
      </dgm:t>
    </dgm:pt>
    <dgm:pt modelId="{BBE2DFDB-9AE6-4787-94A4-88AD46C17867}" type="sibTrans" cxnId="{08A5E9CF-E22F-4CD4-8C6B-C936D21B7E74}">
      <dgm:prSet/>
      <dgm:spPr/>
      <dgm:t>
        <a:bodyPr/>
        <a:lstStyle/>
        <a:p>
          <a:endParaRPr lang="en-US"/>
        </a:p>
      </dgm:t>
    </dgm:pt>
    <dgm:pt modelId="{69DE3D81-848D-4753-8813-4B39D23CD44C}" type="pres">
      <dgm:prSet presAssocID="{CFEB941A-F7E8-4495-A1D8-42F6157195AC}" presName="root" presStyleCnt="0">
        <dgm:presLayoutVars>
          <dgm:dir/>
          <dgm:resizeHandles val="exact"/>
        </dgm:presLayoutVars>
      </dgm:prSet>
      <dgm:spPr/>
    </dgm:pt>
    <dgm:pt modelId="{F962B08A-E792-47D0-97A3-F3ED028ABF86}" type="pres">
      <dgm:prSet presAssocID="{27EB54EC-E69E-460D-AF6F-71D548A34EB1}" presName="compNode" presStyleCnt="0"/>
      <dgm:spPr/>
    </dgm:pt>
    <dgm:pt modelId="{D51B19A1-E2A0-4459-BDE7-2755FA08BA0D}" type="pres">
      <dgm:prSet presAssocID="{27EB54EC-E69E-460D-AF6F-71D548A34EB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Employee Badge"/>
        </a:ext>
      </dgm:extLst>
    </dgm:pt>
    <dgm:pt modelId="{380DBF32-84E2-48AE-9E6E-EC42C62CE314}" type="pres">
      <dgm:prSet presAssocID="{27EB54EC-E69E-460D-AF6F-71D548A34EB1}" presName="iconSpace" presStyleCnt="0"/>
      <dgm:spPr/>
    </dgm:pt>
    <dgm:pt modelId="{CB7E1E97-54AD-43C6-B75D-1B84928A9331}" type="pres">
      <dgm:prSet presAssocID="{27EB54EC-E69E-460D-AF6F-71D548A34EB1}" presName="parTx" presStyleLbl="revTx" presStyleIdx="0" presStyleCnt="10">
        <dgm:presLayoutVars>
          <dgm:chMax val="0"/>
          <dgm:chPref val="0"/>
        </dgm:presLayoutVars>
      </dgm:prSet>
      <dgm:spPr/>
    </dgm:pt>
    <dgm:pt modelId="{27CD7EFA-3481-4F97-9083-42365D0D754D}" type="pres">
      <dgm:prSet presAssocID="{27EB54EC-E69E-460D-AF6F-71D548A34EB1}" presName="txSpace" presStyleCnt="0"/>
      <dgm:spPr/>
    </dgm:pt>
    <dgm:pt modelId="{A97F162F-6228-45E3-B947-8FFEC206AE83}" type="pres">
      <dgm:prSet presAssocID="{27EB54EC-E69E-460D-AF6F-71D548A34EB1}" presName="desTx" presStyleLbl="revTx" presStyleIdx="1" presStyleCnt="10">
        <dgm:presLayoutVars/>
      </dgm:prSet>
      <dgm:spPr/>
    </dgm:pt>
    <dgm:pt modelId="{C39B3DB7-405B-4802-AFD5-17D26456BDDB}" type="pres">
      <dgm:prSet presAssocID="{0E6B33C4-D145-4A65-9715-C14E977C59D5}" presName="sibTrans" presStyleCnt="0"/>
      <dgm:spPr/>
    </dgm:pt>
    <dgm:pt modelId="{FAF01EE8-B5DC-4E95-BB36-87423BFCD6BB}" type="pres">
      <dgm:prSet presAssocID="{D16853DA-2CFD-4DB3-872A-EAAA6E83C0DB}" presName="compNode" presStyleCnt="0"/>
      <dgm:spPr/>
    </dgm:pt>
    <dgm:pt modelId="{07290DAF-0994-4FE4-B8AF-8D6DFD69173B}" type="pres">
      <dgm:prSet presAssocID="{D16853DA-2CFD-4DB3-872A-EAAA6E83C0D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lassroom"/>
        </a:ext>
      </dgm:extLst>
    </dgm:pt>
    <dgm:pt modelId="{4C36B4E4-2163-4A63-8E79-3CAF41F826ED}" type="pres">
      <dgm:prSet presAssocID="{D16853DA-2CFD-4DB3-872A-EAAA6E83C0DB}" presName="iconSpace" presStyleCnt="0"/>
      <dgm:spPr/>
    </dgm:pt>
    <dgm:pt modelId="{88CE1A54-84B8-4B39-A171-B4022952B0D6}" type="pres">
      <dgm:prSet presAssocID="{D16853DA-2CFD-4DB3-872A-EAAA6E83C0DB}" presName="parTx" presStyleLbl="revTx" presStyleIdx="2" presStyleCnt="10">
        <dgm:presLayoutVars>
          <dgm:chMax val="0"/>
          <dgm:chPref val="0"/>
        </dgm:presLayoutVars>
      </dgm:prSet>
      <dgm:spPr/>
    </dgm:pt>
    <dgm:pt modelId="{DD89F533-1DCD-4D76-A054-64C72520905C}" type="pres">
      <dgm:prSet presAssocID="{D16853DA-2CFD-4DB3-872A-EAAA6E83C0DB}" presName="txSpace" presStyleCnt="0"/>
      <dgm:spPr/>
    </dgm:pt>
    <dgm:pt modelId="{2552B839-FEF9-491A-AA68-603B076363FC}" type="pres">
      <dgm:prSet presAssocID="{D16853DA-2CFD-4DB3-872A-EAAA6E83C0DB}" presName="desTx" presStyleLbl="revTx" presStyleIdx="3" presStyleCnt="10">
        <dgm:presLayoutVars/>
      </dgm:prSet>
      <dgm:spPr/>
    </dgm:pt>
    <dgm:pt modelId="{57CC2A3F-98C7-40D3-AF58-E192C3193300}" type="pres">
      <dgm:prSet presAssocID="{08E74153-6924-41A4-B163-F717586AC4F7}" presName="sibTrans" presStyleCnt="0"/>
      <dgm:spPr/>
    </dgm:pt>
    <dgm:pt modelId="{B9358ADD-782B-4ABE-9ED4-C28E8AEE437B}" type="pres">
      <dgm:prSet presAssocID="{89E1038C-F9B6-40C0-986C-CEA6F2C07F33}" presName="compNode" presStyleCnt="0"/>
      <dgm:spPr/>
    </dgm:pt>
    <dgm:pt modelId="{89EBA4D3-CBCA-48D7-BB66-F749CA85EE7C}" type="pres">
      <dgm:prSet presAssocID="{89E1038C-F9B6-40C0-986C-CEA6F2C07F3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ploma Roll"/>
        </a:ext>
      </dgm:extLst>
    </dgm:pt>
    <dgm:pt modelId="{8D13FCE1-60B6-4C18-ACCF-1DB9DBE47E4A}" type="pres">
      <dgm:prSet presAssocID="{89E1038C-F9B6-40C0-986C-CEA6F2C07F33}" presName="iconSpace" presStyleCnt="0"/>
      <dgm:spPr/>
    </dgm:pt>
    <dgm:pt modelId="{C3FE8F5D-5F82-407F-B495-197ECFB1FEEB}" type="pres">
      <dgm:prSet presAssocID="{89E1038C-F9B6-40C0-986C-CEA6F2C07F33}" presName="parTx" presStyleLbl="revTx" presStyleIdx="4" presStyleCnt="10">
        <dgm:presLayoutVars>
          <dgm:chMax val="0"/>
          <dgm:chPref val="0"/>
        </dgm:presLayoutVars>
      </dgm:prSet>
      <dgm:spPr/>
    </dgm:pt>
    <dgm:pt modelId="{53F8AE49-093D-4946-B101-9A68A7B51EE3}" type="pres">
      <dgm:prSet presAssocID="{89E1038C-F9B6-40C0-986C-CEA6F2C07F33}" presName="txSpace" presStyleCnt="0"/>
      <dgm:spPr/>
    </dgm:pt>
    <dgm:pt modelId="{D3F41C6E-817B-4376-A7E6-C94F86EA9DC4}" type="pres">
      <dgm:prSet presAssocID="{89E1038C-F9B6-40C0-986C-CEA6F2C07F33}" presName="desTx" presStyleLbl="revTx" presStyleIdx="5" presStyleCnt="10">
        <dgm:presLayoutVars/>
      </dgm:prSet>
      <dgm:spPr/>
    </dgm:pt>
    <dgm:pt modelId="{AC4CD635-3103-4933-90A5-FBEA147D883D}" type="pres">
      <dgm:prSet presAssocID="{B5526907-19EF-41FC-8C54-1A36C3888796}" presName="sibTrans" presStyleCnt="0"/>
      <dgm:spPr/>
    </dgm:pt>
    <dgm:pt modelId="{E1137DC9-374B-4679-B703-089C34117D52}" type="pres">
      <dgm:prSet presAssocID="{E45DAE96-30C1-4F63-B5C9-85C9490DD3A1}" presName="compNode" presStyleCnt="0"/>
      <dgm:spPr/>
    </dgm:pt>
    <dgm:pt modelId="{22F5961F-961E-4D44-A1B7-8C38963D2201}" type="pres">
      <dgm:prSet presAssocID="{E45DAE96-30C1-4F63-B5C9-85C9490DD3A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onthly calendar"/>
        </a:ext>
      </dgm:extLst>
    </dgm:pt>
    <dgm:pt modelId="{CC004ADC-1656-483A-986E-9A1E1322096E}" type="pres">
      <dgm:prSet presAssocID="{E45DAE96-30C1-4F63-B5C9-85C9490DD3A1}" presName="iconSpace" presStyleCnt="0"/>
      <dgm:spPr/>
    </dgm:pt>
    <dgm:pt modelId="{34A25F19-A963-400D-A526-2F7AF33604EB}" type="pres">
      <dgm:prSet presAssocID="{E45DAE96-30C1-4F63-B5C9-85C9490DD3A1}" presName="parTx" presStyleLbl="revTx" presStyleIdx="6" presStyleCnt="10">
        <dgm:presLayoutVars>
          <dgm:chMax val="0"/>
          <dgm:chPref val="0"/>
        </dgm:presLayoutVars>
      </dgm:prSet>
      <dgm:spPr/>
    </dgm:pt>
    <dgm:pt modelId="{0D382ACA-6E7D-4037-940A-362154924019}" type="pres">
      <dgm:prSet presAssocID="{E45DAE96-30C1-4F63-B5C9-85C9490DD3A1}" presName="txSpace" presStyleCnt="0"/>
      <dgm:spPr/>
    </dgm:pt>
    <dgm:pt modelId="{B949D0C8-7A8F-42FB-AAFE-C2E212A693DA}" type="pres">
      <dgm:prSet presAssocID="{E45DAE96-30C1-4F63-B5C9-85C9490DD3A1}" presName="desTx" presStyleLbl="revTx" presStyleIdx="7" presStyleCnt="10">
        <dgm:presLayoutVars/>
      </dgm:prSet>
      <dgm:spPr/>
    </dgm:pt>
    <dgm:pt modelId="{E1FB7407-9895-428F-90AA-9896E2FC9AF0}" type="pres">
      <dgm:prSet presAssocID="{EA4C52FA-01A5-4218-AA11-16DE1E442543}" presName="sibTrans" presStyleCnt="0"/>
      <dgm:spPr/>
    </dgm:pt>
    <dgm:pt modelId="{994B3DC6-1BDF-4577-9E31-70080070FAD2}" type="pres">
      <dgm:prSet presAssocID="{3F5F80F0-F360-4550-93AE-EB87D9EDD6E7}" presName="compNode" presStyleCnt="0"/>
      <dgm:spPr/>
    </dgm:pt>
    <dgm:pt modelId="{D1EF0E77-9035-4729-81DC-ABAB361861DC}" type="pres">
      <dgm:prSet presAssocID="{3F5F80F0-F360-4550-93AE-EB87D9EDD6E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ubtitles"/>
        </a:ext>
      </dgm:extLst>
    </dgm:pt>
    <dgm:pt modelId="{C6A669F8-BE7C-4D8B-A5C9-E7CA9730F76B}" type="pres">
      <dgm:prSet presAssocID="{3F5F80F0-F360-4550-93AE-EB87D9EDD6E7}" presName="iconSpace" presStyleCnt="0"/>
      <dgm:spPr/>
    </dgm:pt>
    <dgm:pt modelId="{00BA8B7F-D1E2-41B5-8671-B28A6C3BE1A6}" type="pres">
      <dgm:prSet presAssocID="{3F5F80F0-F360-4550-93AE-EB87D9EDD6E7}" presName="parTx" presStyleLbl="revTx" presStyleIdx="8" presStyleCnt="10">
        <dgm:presLayoutVars>
          <dgm:chMax val="0"/>
          <dgm:chPref val="0"/>
        </dgm:presLayoutVars>
      </dgm:prSet>
      <dgm:spPr/>
    </dgm:pt>
    <dgm:pt modelId="{C999CF34-F2BC-40A2-8674-9DBCCC5A685B}" type="pres">
      <dgm:prSet presAssocID="{3F5F80F0-F360-4550-93AE-EB87D9EDD6E7}" presName="txSpace" presStyleCnt="0"/>
      <dgm:spPr/>
    </dgm:pt>
    <dgm:pt modelId="{3A9501D1-59C8-49AD-8EEA-29803C083B33}" type="pres">
      <dgm:prSet presAssocID="{3F5F80F0-F360-4550-93AE-EB87D9EDD6E7}" presName="desTx" presStyleLbl="revTx" presStyleIdx="9" presStyleCnt="10">
        <dgm:presLayoutVars/>
      </dgm:prSet>
      <dgm:spPr/>
    </dgm:pt>
  </dgm:ptLst>
  <dgm:cxnLst>
    <dgm:cxn modelId="{FF6CAD04-752C-4B5E-A503-74B2D2994D19}" srcId="{D16853DA-2CFD-4DB3-872A-EAAA6E83C0DB}" destId="{97F783AF-CACB-4479-BD8D-C5E3D25275F7}" srcOrd="1" destOrd="0" parTransId="{EEC79F4B-FD61-497E-94EC-2CDA9DECCF8F}" sibTransId="{F8134F05-7A89-481A-8609-D096BF8759A0}"/>
    <dgm:cxn modelId="{4B674812-9660-4B91-9E60-F44B8B3DB3E1}" type="presOf" srcId="{D16853DA-2CFD-4DB3-872A-EAAA6E83C0DB}" destId="{88CE1A54-84B8-4B39-A171-B4022952B0D6}" srcOrd="0" destOrd="0" presId="urn:microsoft.com/office/officeart/2018/2/layout/IconLabelDescriptionList"/>
    <dgm:cxn modelId="{7637B524-320E-4A01-9808-F535F26B96B9}" type="presOf" srcId="{3F5F80F0-F360-4550-93AE-EB87D9EDD6E7}" destId="{00BA8B7F-D1E2-41B5-8671-B28A6C3BE1A6}" srcOrd="0" destOrd="0" presId="urn:microsoft.com/office/officeart/2018/2/layout/IconLabelDescriptionList"/>
    <dgm:cxn modelId="{BFAADE2C-7022-4301-A57A-A7738DDFFF94}" srcId="{E45DAE96-30C1-4F63-B5C9-85C9490DD3A1}" destId="{453D1063-D14F-464F-85D4-747F7CB69BCF}" srcOrd="0" destOrd="0" parTransId="{88B4D27E-0BAC-4FAA-A830-B6A5D3372D9B}" sibTransId="{2161AB35-7599-4CAC-8B6B-41200C520B4D}"/>
    <dgm:cxn modelId="{83401C34-6BAA-4BB9-8072-E7C6D1622170}" srcId="{CFEB941A-F7E8-4495-A1D8-42F6157195AC}" destId="{27EB54EC-E69E-460D-AF6F-71D548A34EB1}" srcOrd="0" destOrd="0" parTransId="{EDA2CFCB-8E58-4517-A819-BC1E97CF90EB}" sibTransId="{0E6B33C4-D145-4A65-9715-C14E977C59D5}"/>
    <dgm:cxn modelId="{9097515E-5590-4480-B9B3-1D31F9201A52}" type="presOf" srcId="{3B98D11A-B16C-4E3A-80DC-A8DA40F48338}" destId="{A97F162F-6228-45E3-B947-8FFEC206AE83}" srcOrd="0" destOrd="1" presId="urn:microsoft.com/office/officeart/2018/2/layout/IconLabelDescriptionList"/>
    <dgm:cxn modelId="{26EA265F-130A-46CB-A984-B171E9E27F23}" srcId="{27EB54EC-E69E-460D-AF6F-71D548A34EB1}" destId="{3B98D11A-B16C-4E3A-80DC-A8DA40F48338}" srcOrd="1" destOrd="0" parTransId="{F8F94735-D36B-41AA-A8FE-54A2172F879B}" sibTransId="{E674FBDB-3888-4A0A-A036-D7DBDDD6A0EC}"/>
    <dgm:cxn modelId="{C4C6D45F-BDCB-474D-B875-93967431228D}" srcId="{CFEB941A-F7E8-4495-A1D8-42F6157195AC}" destId="{D16853DA-2CFD-4DB3-872A-EAAA6E83C0DB}" srcOrd="1" destOrd="0" parTransId="{35923D8C-6A75-4EB9-ADBB-523560AED8FE}" sibTransId="{08E74153-6924-41A4-B163-F717586AC4F7}"/>
    <dgm:cxn modelId="{E373A142-81F4-4B10-8AA7-338FA09B11BD}" type="presOf" srcId="{E45DAE96-30C1-4F63-B5C9-85C9490DD3A1}" destId="{34A25F19-A963-400D-A526-2F7AF33604EB}" srcOrd="0" destOrd="0" presId="urn:microsoft.com/office/officeart/2018/2/layout/IconLabelDescriptionList"/>
    <dgm:cxn modelId="{708C5765-3A46-484E-B051-E35C86326710}" srcId="{27EB54EC-E69E-460D-AF6F-71D548A34EB1}" destId="{B4261D79-AEAE-4A65-88C6-E77334576AEF}" srcOrd="0" destOrd="0" parTransId="{515F85A2-D333-4CDB-BA19-0819D30C27BB}" sibTransId="{6623CF02-346B-4370-AA78-52B37338D36D}"/>
    <dgm:cxn modelId="{D1415D6B-391F-44B6-9B25-833FD25312A0}" srcId="{CFEB941A-F7E8-4495-A1D8-42F6157195AC}" destId="{E45DAE96-30C1-4F63-B5C9-85C9490DD3A1}" srcOrd="3" destOrd="0" parTransId="{66465234-EBFC-49B5-B39F-17B634F91544}" sibTransId="{EA4C52FA-01A5-4218-AA11-16DE1E442543}"/>
    <dgm:cxn modelId="{3542806C-D04E-4D5D-870C-E0B7EFC7DD0B}" type="presOf" srcId="{27EB54EC-E69E-460D-AF6F-71D548A34EB1}" destId="{CB7E1E97-54AD-43C6-B75D-1B84928A9331}" srcOrd="0" destOrd="0" presId="urn:microsoft.com/office/officeart/2018/2/layout/IconLabelDescriptionList"/>
    <dgm:cxn modelId="{7BCA724E-2844-4738-A99E-23F9CB0089CD}" srcId="{CFEB941A-F7E8-4495-A1D8-42F6157195AC}" destId="{89E1038C-F9B6-40C0-986C-CEA6F2C07F33}" srcOrd="2" destOrd="0" parTransId="{34429D36-BDD5-46F5-AD65-7DDD3405E462}" sibTransId="{B5526907-19EF-41FC-8C54-1A36C3888796}"/>
    <dgm:cxn modelId="{5697956F-BFB1-424E-8F3D-72B7FADC0CC3}" type="presOf" srcId="{912C152A-5074-485C-AC8B-F2695510D44E}" destId="{D3F41C6E-817B-4376-A7E6-C94F86EA9DC4}" srcOrd="0" destOrd="0" presId="urn:microsoft.com/office/officeart/2018/2/layout/IconLabelDescriptionList"/>
    <dgm:cxn modelId="{4287FE74-0FD3-46D3-81D1-FDC63512CB4D}" type="presOf" srcId="{B4261D79-AEAE-4A65-88C6-E77334576AEF}" destId="{A97F162F-6228-45E3-B947-8FFEC206AE83}" srcOrd="0" destOrd="0" presId="urn:microsoft.com/office/officeart/2018/2/layout/IconLabelDescriptionList"/>
    <dgm:cxn modelId="{65A0EE57-A34D-4ABA-8794-FF1C8D240C51}" srcId="{D16853DA-2CFD-4DB3-872A-EAAA6E83C0DB}" destId="{F2D7BE92-5E41-4268-A089-E3B29DC6458D}" srcOrd="0" destOrd="0" parTransId="{37D8BFD3-1EEB-43E9-9686-58EE516AB135}" sibTransId="{7450907F-ECCE-4239-A998-3C36F7F33C15}"/>
    <dgm:cxn modelId="{848A4478-E5CF-499A-B898-B005DFBE666D}" type="presOf" srcId="{89E1038C-F9B6-40C0-986C-CEA6F2C07F33}" destId="{C3FE8F5D-5F82-407F-B495-197ECFB1FEEB}" srcOrd="0" destOrd="0" presId="urn:microsoft.com/office/officeart/2018/2/layout/IconLabelDescriptionList"/>
    <dgm:cxn modelId="{62656684-35D1-4BE6-A8CC-3D5F80D3BA39}" type="presOf" srcId="{453D1063-D14F-464F-85D4-747F7CB69BCF}" destId="{B949D0C8-7A8F-42FB-AAFE-C2E212A693DA}" srcOrd="0" destOrd="0" presId="urn:microsoft.com/office/officeart/2018/2/layout/IconLabelDescriptionList"/>
    <dgm:cxn modelId="{223E0093-0186-4BE1-9484-90B5674D7235}" type="presOf" srcId="{17764E91-90A5-42E3-BA24-6D3E80184C9F}" destId="{A97F162F-6228-45E3-B947-8FFEC206AE83}" srcOrd="0" destOrd="2" presId="urn:microsoft.com/office/officeart/2018/2/layout/IconLabelDescriptionList"/>
    <dgm:cxn modelId="{EF22E69A-5FFF-42C8-A6BB-32BB649927E4}" srcId="{27EB54EC-E69E-460D-AF6F-71D548A34EB1}" destId="{17764E91-90A5-42E3-BA24-6D3E80184C9F}" srcOrd="2" destOrd="0" parTransId="{3F9BAD34-54AC-40DA-A4BB-A2F4DB088E23}" sibTransId="{3D2F7A2D-5AC9-4E90-8A09-FB635B9850C6}"/>
    <dgm:cxn modelId="{F804DA9C-7187-4379-861B-6BB3B19139D1}" srcId="{89E1038C-F9B6-40C0-986C-CEA6F2C07F33}" destId="{912C152A-5074-485C-AC8B-F2695510D44E}" srcOrd="0" destOrd="0" parTransId="{4C73723B-875D-43C2-8B9D-FB1FFDA8CB91}" sibTransId="{986997A9-F015-48A1-AB4B-33F29C5CF1A7}"/>
    <dgm:cxn modelId="{733CB0A0-1BE9-425F-8FF2-C079E159D64B}" type="presOf" srcId="{F2D7BE92-5E41-4268-A089-E3B29DC6458D}" destId="{2552B839-FEF9-491A-AA68-603B076363FC}" srcOrd="0" destOrd="0" presId="urn:microsoft.com/office/officeart/2018/2/layout/IconLabelDescriptionList"/>
    <dgm:cxn modelId="{3ADC5BB5-3C50-478F-9C47-62855A5E0A4B}" type="presOf" srcId="{45CE4E87-425D-499A-8740-429FABF85851}" destId="{3A9501D1-59C8-49AD-8EEA-29803C083B33}" srcOrd="0" destOrd="0" presId="urn:microsoft.com/office/officeart/2018/2/layout/IconLabelDescriptionList"/>
    <dgm:cxn modelId="{4B52C9C2-BDA5-450B-8926-C213647E82D1}" type="presOf" srcId="{97F783AF-CACB-4479-BD8D-C5E3D25275F7}" destId="{2552B839-FEF9-491A-AA68-603B076363FC}" srcOrd="0" destOrd="1" presId="urn:microsoft.com/office/officeart/2018/2/layout/IconLabelDescriptionList"/>
    <dgm:cxn modelId="{AC7E4BC7-2A08-413D-82F9-BF5D286758AC}" type="presOf" srcId="{CFEB941A-F7E8-4495-A1D8-42F6157195AC}" destId="{69DE3D81-848D-4753-8813-4B39D23CD44C}" srcOrd="0" destOrd="0" presId="urn:microsoft.com/office/officeart/2018/2/layout/IconLabelDescriptionList"/>
    <dgm:cxn modelId="{08A5E9CF-E22F-4CD4-8C6B-C936D21B7E74}" srcId="{3F5F80F0-F360-4550-93AE-EB87D9EDD6E7}" destId="{45CE4E87-425D-499A-8740-429FABF85851}" srcOrd="0" destOrd="0" parTransId="{8326BAB7-1B01-4491-9490-B4A9C88C6416}" sibTransId="{BBE2DFDB-9AE6-4787-94A4-88AD46C17867}"/>
    <dgm:cxn modelId="{52537DD4-A98A-4222-AE94-A540FA02ACC3}" srcId="{CFEB941A-F7E8-4495-A1D8-42F6157195AC}" destId="{3F5F80F0-F360-4550-93AE-EB87D9EDD6E7}" srcOrd="4" destOrd="0" parTransId="{371C65CC-34B0-467D-850A-C8D1A211BC5D}" sibTransId="{9685EFFD-D7E3-49D9-8888-3D08153B33B9}"/>
    <dgm:cxn modelId="{C9CA42CD-3208-482A-AA5B-2F7E177B8D5D}" type="presParOf" srcId="{69DE3D81-848D-4753-8813-4B39D23CD44C}" destId="{F962B08A-E792-47D0-97A3-F3ED028ABF86}" srcOrd="0" destOrd="0" presId="urn:microsoft.com/office/officeart/2018/2/layout/IconLabelDescriptionList"/>
    <dgm:cxn modelId="{476D6A9E-99D7-47FE-88E5-BB7180A62F19}" type="presParOf" srcId="{F962B08A-E792-47D0-97A3-F3ED028ABF86}" destId="{D51B19A1-E2A0-4459-BDE7-2755FA08BA0D}" srcOrd="0" destOrd="0" presId="urn:microsoft.com/office/officeart/2018/2/layout/IconLabelDescriptionList"/>
    <dgm:cxn modelId="{D427A93B-E627-4DC6-8539-BF8695C2CEAA}" type="presParOf" srcId="{F962B08A-E792-47D0-97A3-F3ED028ABF86}" destId="{380DBF32-84E2-48AE-9E6E-EC42C62CE314}" srcOrd="1" destOrd="0" presId="urn:microsoft.com/office/officeart/2018/2/layout/IconLabelDescriptionList"/>
    <dgm:cxn modelId="{7CCFC87C-76C7-4006-AFDF-216C89A7EC10}" type="presParOf" srcId="{F962B08A-E792-47D0-97A3-F3ED028ABF86}" destId="{CB7E1E97-54AD-43C6-B75D-1B84928A9331}" srcOrd="2" destOrd="0" presId="urn:microsoft.com/office/officeart/2018/2/layout/IconLabelDescriptionList"/>
    <dgm:cxn modelId="{1F6E4724-B1F9-4375-AAE3-3365CC8DD63D}" type="presParOf" srcId="{F962B08A-E792-47D0-97A3-F3ED028ABF86}" destId="{27CD7EFA-3481-4F97-9083-42365D0D754D}" srcOrd="3" destOrd="0" presId="urn:microsoft.com/office/officeart/2018/2/layout/IconLabelDescriptionList"/>
    <dgm:cxn modelId="{1EC4648C-97B6-4D44-91F1-52305153DCE7}" type="presParOf" srcId="{F962B08A-E792-47D0-97A3-F3ED028ABF86}" destId="{A97F162F-6228-45E3-B947-8FFEC206AE83}" srcOrd="4" destOrd="0" presId="urn:microsoft.com/office/officeart/2018/2/layout/IconLabelDescriptionList"/>
    <dgm:cxn modelId="{A955288C-9FD8-406A-9240-3A90FEECF847}" type="presParOf" srcId="{69DE3D81-848D-4753-8813-4B39D23CD44C}" destId="{C39B3DB7-405B-4802-AFD5-17D26456BDDB}" srcOrd="1" destOrd="0" presId="urn:microsoft.com/office/officeart/2018/2/layout/IconLabelDescriptionList"/>
    <dgm:cxn modelId="{9D2C00E9-14EA-47DE-BFC5-6F7C50EB9431}" type="presParOf" srcId="{69DE3D81-848D-4753-8813-4B39D23CD44C}" destId="{FAF01EE8-B5DC-4E95-BB36-87423BFCD6BB}" srcOrd="2" destOrd="0" presId="urn:microsoft.com/office/officeart/2018/2/layout/IconLabelDescriptionList"/>
    <dgm:cxn modelId="{D34CF13C-8D42-4551-B63C-547CDEE81A75}" type="presParOf" srcId="{FAF01EE8-B5DC-4E95-BB36-87423BFCD6BB}" destId="{07290DAF-0994-4FE4-B8AF-8D6DFD69173B}" srcOrd="0" destOrd="0" presId="urn:microsoft.com/office/officeart/2018/2/layout/IconLabelDescriptionList"/>
    <dgm:cxn modelId="{5AD211DE-F54A-4597-9E81-8042DFE03A45}" type="presParOf" srcId="{FAF01EE8-B5DC-4E95-BB36-87423BFCD6BB}" destId="{4C36B4E4-2163-4A63-8E79-3CAF41F826ED}" srcOrd="1" destOrd="0" presId="urn:microsoft.com/office/officeart/2018/2/layout/IconLabelDescriptionList"/>
    <dgm:cxn modelId="{F80ECEDA-790F-41B1-9235-5A40FD6DC23D}" type="presParOf" srcId="{FAF01EE8-B5DC-4E95-BB36-87423BFCD6BB}" destId="{88CE1A54-84B8-4B39-A171-B4022952B0D6}" srcOrd="2" destOrd="0" presId="urn:microsoft.com/office/officeart/2018/2/layout/IconLabelDescriptionList"/>
    <dgm:cxn modelId="{B81F6EB8-CDBF-423A-B143-EDAB8685A26A}" type="presParOf" srcId="{FAF01EE8-B5DC-4E95-BB36-87423BFCD6BB}" destId="{DD89F533-1DCD-4D76-A054-64C72520905C}" srcOrd="3" destOrd="0" presId="urn:microsoft.com/office/officeart/2018/2/layout/IconLabelDescriptionList"/>
    <dgm:cxn modelId="{A3F7DE67-9033-4578-9B73-020F0A14DE5F}" type="presParOf" srcId="{FAF01EE8-B5DC-4E95-BB36-87423BFCD6BB}" destId="{2552B839-FEF9-491A-AA68-603B076363FC}" srcOrd="4" destOrd="0" presId="urn:microsoft.com/office/officeart/2018/2/layout/IconLabelDescriptionList"/>
    <dgm:cxn modelId="{CAE990C9-073C-4411-B216-F628D1BB8F3B}" type="presParOf" srcId="{69DE3D81-848D-4753-8813-4B39D23CD44C}" destId="{57CC2A3F-98C7-40D3-AF58-E192C3193300}" srcOrd="3" destOrd="0" presId="urn:microsoft.com/office/officeart/2018/2/layout/IconLabelDescriptionList"/>
    <dgm:cxn modelId="{7B647686-C14E-45D8-A985-C6145E1A6BDE}" type="presParOf" srcId="{69DE3D81-848D-4753-8813-4B39D23CD44C}" destId="{B9358ADD-782B-4ABE-9ED4-C28E8AEE437B}" srcOrd="4" destOrd="0" presId="urn:microsoft.com/office/officeart/2018/2/layout/IconLabelDescriptionList"/>
    <dgm:cxn modelId="{00601879-9F14-421D-94BA-39F0E85883A0}" type="presParOf" srcId="{B9358ADD-782B-4ABE-9ED4-C28E8AEE437B}" destId="{89EBA4D3-CBCA-48D7-BB66-F749CA85EE7C}" srcOrd="0" destOrd="0" presId="urn:microsoft.com/office/officeart/2018/2/layout/IconLabelDescriptionList"/>
    <dgm:cxn modelId="{648DA649-6119-4A0F-80A4-03F543BF1CDA}" type="presParOf" srcId="{B9358ADD-782B-4ABE-9ED4-C28E8AEE437B}" destId="{8D13FCE1-60B6-4C18-ACCF-1DB9DBE47E4A}" srcOrd="1" destOrd="0" presId="urn:microsoft.com/office/officeart/2018/2/layout/IconLabelDescriptionList"/>
    <dgm:cxn modelId="{843B2F94-3C6C-4DFF-A468-359EABE3AF07}" type="presParOf" srcId="{B9358ADD-782B-4ABE-9ED4-C28E8AEE437B}" destId="{C3FE8F5D-5F82-407F-B495-197ECFB1FEEB}" srcOrd="2" destOrd="0" presId="urn:microsoft.com/office/officeart/2018/2/layout/IconLabelDescriptionList"/>
    <dgm:cxn modelId="{F6D5ED79-F4B1-4BA4-B2BC-9B250CDF2EE1}" type="presParOf" srcId="{B9358ADD-782B-4ABE-9ED4-C28E8AEE437B}" destId="{53F8AE49-093D-4946-B101-9A68A7B51EE3}" srcOrd="3" destOrd="0" presId="urn:microsoft.com/office/officeart/2018/2/layout/IconLabelDescriptionList"/>
    <dgm:cxn modelId="{F4502DBC-563A-48CC-8856-39F1760525FF}" type="presParOf" srcId="{B9358ADD-782B-4ABE-9ED4-C28E8AEE437B}" destId="{D3F41C6E-817B-4376-A7E6-C94F86EA9DC4}" srcOrd="4" destOrd="0" presId="urn:microsoft.com/office/officeart/2018/2/layout/IconLabelDescriptionList"/>
    <dgm:cxn modelId="{74222FBF-1252-44C4-B078-1588719A7CD3}" type="presParOf" srcId="{69DE3D81-848D-4753-8813-4B39D23CD44C}" destId="{AC4CD635-3103-4933-90A5-FBEA147D883D}" srcOrd="5" destOrd="0" presId="urn:microsoft.com/office/officeart/2018/2/layout/IconLabelDescriptionList"/>
    <dgm:cxn modelId="{8BF26CAA-9D6F-44FF-8D6A-CC36F5186EAF}" type="presParOf" srcId="{69DE3D81-848D-4753-8813-4B39D23CD44C}" destId="{E1137DC9-374B-4679-B703-089C34117D52}" srcOrd="6" destOrd="0" presId="urn:microsoft.com/office/officeart/2018/2/layout/IconLabelDescriptionList"/>
    <dgm:cxn modelId="{5C08421E-8007-4229-9446-3D9200FB6ECF}" type="presParOf" srcId="{E1137DC9-374B-4679-B703-089C34117D52}" destId="{22F5961F-961E-4D44-A1B7-8C38963D2201}" srcOrd="0" destOrd="0" presId="urn:microsoft.com/office/officeart/2018/2/layout/IconLabelDescriptionList"/>
    <dgm:cxn modelId="{0788C0DF-FD31-4DD6-8497-6B75A649DA6F}" type="presParOf" srcId="{E1137DC9-374B-4679-B703-089C34117D52}" destId="{CC004ADC-1656-483A-986E-9A1E1322096E}" srcOrd="1" destOrd="0" presId="urn:microsoft.com/office/officeart/2018/2/layout/IconLabelDescriptionList"/>
    <dgm:cxn modelId="{E071EE5B-8CA3-4479-BA0A-71A546A45240}" type="presParOf" srcId="{E1137DC9-374B-4679-B703-089C34117D52}" destId="{34A25F19-A963-400D-A526-2F7AF33604EB}" srcOrd="2" destOrd="0" presId="urn:microsoft.com/office/officeart/2018/2/layout/IconLabelDescriptionList"/>
    <dgm:cxn modelId="{05B7AB79-1DB0-4E55-ADF8-028C92FFA6E0}" type="presParOf" srcId="{E1137DC9-374B-4679-B703-089C34117D52}" destId="{0D382ACA-6E7D-4037-940A-362154924019}" srcOrd="3" destOrd="0" presId="urn:microsoft.com/office/officeart/2018/2/layout/IconLabelDescriptionList"/>
    <dgm:cxn modelId="{194D3DCC-6F65-45DC-9F03-57AE8A89CB1F}" type="presParOf" srcId="{E1137DC9-374B-4679-B703-089C34117D52}" destId="{B949D0C8-7A8F-42FB-AAFE-C2E212A693DA}" srcOrd="4" destOrd="0" presId="urn:microsoft.com/office/officeart/2018/2/layout/IconLabelDescriptionList"/>
    <dgm:cxn modelId="{4416BC16-464D-4D73-9699-1E277F528469}" type="presParOf" srcId="{69DE3D81-848D-4753-8813-4B39D23CD44C}" destId="{E1FB7407-9895-428F-90AA-9896E2FC9AF0}" srcOrd="7" destOrd="0" presId="urn:microsoft.com/office/officeart/2018/2/layout/IconLabelDescriptionList"/>
    <dgm:cxn modelId="{EFC1979A-C032-47EF-B5FC-6BD827E87288}" type="presParOf" srcId="{69DE3D81-848D-4753-8813-4B39D23CD44C}" destId="{994B3DC6-1BDF-4577-9E31-70080070FAD2}" srcOrd="8" destOrd="0" presId="urn:microsoft.com/office/officeart/2018/2/layout/IconLabelDescriptionList"/>
    <dgm:cxn modelId="{E27DB1BE-A2EA-429F-9E23-2A932983020E}" type="presParOf" srcId="{994B3DC6-1BDF-4577-9E31-70080070FAD2}" destId="{D1EF0E77-9035-4729-81DC-ABAB361861DC}" srcOrd="0" destOrd="0" presId="urn:microsoft.com/office/officeart/2018/2/layout/IconLabelDescriptionList"/>
    <dgm:cxn modelId="{B44F0379-D487-4965-9256-D1383B400EAD}" type="presParOf" srcId="{994B3DC6-1BDF-4577-9E31-70080070FAD2}" destId="{C6A669F8-BE7C-4D8B-A5C9-E7CA9730F76B}" srcOrd="1" destOrd="0" presId="urn:microsoft.com/office/officeart/2018/2/layout/IconLabelDescriptionList"/>
    <dgm:cxn modelId="{CA2CDD2F-ECB8-49C6-9537-FB22D581E31B}" type="presParOf" srcId="{994B3DC6-1BDF-4577-9E31-70080070FAD2}" destId="{00BA8B7F-D1E2-41B5-8671-B28A6C3BE1A6}" srcOrd="2" destOrd="0" presId="urn:microsoft.com/office/officeart/2018/2/layout/IconLabelDescriptionList"/>
    <dgm:cxn modelId="{ACD84D07-17F7-4571-8322-B6A6FCC0DEA4}" type="presParOf" srcId="{994B3DC6-1BDF-4577-9E31-70080070FAD2}" destId="{C999CF34-F2BC-40A2-8674-9DBCCC5A685B}" srcOrd="3" destOrd="0" presId="urn:microsoft.com/office/officeart/2018/2/layout/IconLabelDescriptionList"/>
    <dgm:cxn modelId="{E2427706-1F0D-4397-9409-290E4C0EA5E3}" type="presParOf" srcId="{994B3DC6-1BDF-4577-9E31-70080070FAD2}" destId="{3A9501D1-59C8-49AD-8EEA-29803C083B33}"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95E997-9368-4308-9783-199765B1E4DC}" type="doc">
      <dgm:prSet loTypeId="urn:microsoft.com/office/officeart/2005/8/layout/vList2" loCatId="list" qsTypeId="urn:microsoft.com/office/officeart/2005/8/quickstyle/simple1" qsCatId="simple" csTypeId="urn:microsoft.com/office/officeart/2005/8/colors/accent1_3" csCatId="accent1"/>
      <dgm:spPr/>
      <dgm:t>
        <a:bodyPr/>
        <a:lstStyle/>
        <a:p>
          <a:endParaRPr lang="en-US"/>
        </a:p>
      </dgm:t>
    </dgm:pt>
    <dgm:pt modelId="{2D8743CB-A3F4-4E04-A7FF-7B52FC22E4AD}">
      <dgm:prSet/>
      <dgm:spPr/>
      <dgm:t>
        <a:bodyPr/>
        <a:lstStyle/>
        <a:p>
          <a:r>
            <a:rPr lang="en-US" b="1"/>
            <a:t>Profile Management:</a:t>
          </a:r>
          <a:endParaRPr lang="en-US"/>
        </a:p>
      </dgm:t>
    </dgm:pt>
    <dgm:pt modelId="{9EE688D3-380C-4F0A-B874-7BBA82BA1B45}" type="parTrans" cxnId="{8C580967-4CFB-43EF-8BC2-30E1329295FE}">
      <dgm:prSet/>
      <dgm:spPr/>
      <dgm:t>
        <a:bodyPr/>
        <a:lstStyle/>
        <a:p>
          <a:endParaRPr lang="en-US"/>
        </a:p>
      </dgm:t>
    </dgm:pt>
    <dgm:pt modelId="{7A96D557-326B-40BE-90F5-AC6802E14837}" type="sibTrans" cxnId="{8C580967-4CFB-43EF-8BC2-30E1329295FE}">
      <dgm:prSet/>
      <dgm:spPr/>
      <dgm:t>
        <a:bodyPr/>
        <a:lstStyle/>
        <a:p>
          <a:endParaRPr lang="en-US"/>
        </a:p>
      </dgm:t>
    </dgm:pt>
    <dgm:pt modelId="{517070F5-DC51-408C-BAB1-7AA044D7374C}">
      <dgm:prSet/>
      <dgm:spPr/>
      <dgm:t>
        <a:bodyPr/>
        <a:lstStyle/>
        <a:p>
          <a:r>
            <a:rPr lang="en-US"/>
            <a:t>View their student profile (name, ID, year, major)</a:t>
          </a:r>
        </a:p>
      </dgm:t>
    </dgm:pt>
    <dgm:pt modelId="{B9144A70-A994-4415-9F64-5F2A0B992AC9}" type="parTrans" cxnId="{80411545-D642-4193-A556-E03C7E964148}">
      <dgm:prSet/>
      <dgm:spPr/>
      <dgm:t>
        <a:bodyPr/>
        <a:lstStyle/>
        <a:p>
          <a:endParaRPr lang="en-US"/>
        </a:p>
      </dgm:t>
    </dgm:pt>
    <dgm:pt modelId="{914F0B30-C4F3-438F-98E1-74D52E464667}" type="sibTrans" cxnId="{80411545-D642-4193-A556-E03C7E964148}">
      <dgm:prSet/>
      <dgm:spPr/>
      <dgm:t>
        <a:bodyPr/>
        <a:lstStyle/>
        <a:p>
          <a:endParaRPr lang="en-US"/>
        </a:p>
      </dgm:t>
    </dgm:pt>
    <dgm:pt modelId="{4950AF6F-CB79-4759-B019-3BEEA3E8AD10}">
      <dgm:prSet/>
      <dgm:spPr/>
      <dgm:t>
        <a:bodyPr/>
        <a:lstStyle/>
        <a:p>
          <a:r>
            <a:rPr lang="en-US"/>
            <a:t>Change Password</a:t>
          </a:r>
        </a:p>
      </dgm:t>
    </dgm:pt>
    <dgm:pt modelId="{BFD69AD6-6554-4CB4-B7FA-D813A176492B}" type="parTrans" cxnId="{9F597724-B8BF-4B08-B074-25E14CD0FFA1}">
      <dgm:prSet/>
      <dgm:spPr/>
      <dgm:t>
        <a:bodyPr/>
        <a:lstStyle/>
        <a:p>
          <a:endParaRPr lang="en-US"/>
        </a:p>
      </dgm:t>
    </dgm:pt>
    <dgm:pt modelId="{3D297C8E-9EE8-4EA4-80BA-93DA52E4484B}" type="sibTrans" cxnId="{9F597724-B8BF-4B08-B074-25E14CD0FFA1}">
      <dgm:prSet/>
      <dgm:spPr/>
      <dgm:t>
        <a:bodyPr/>
        <a:lstStyle/>
        <a:p>
          <a:endParaRPr lang="en-US"/>
        </a:p>
      </dgm:t>
    </dgm:pt>
    <dgm:pt modelId="{DEADAE2A-3B7D-49E8-ABEB-32142F469CAA}">
      <dgm:prSet/>
      <dgm:spPr/>
      <dgm:t>
        <a:bodyPr/>
        <a:lstStyle/>
        <a:p>
          <a:r>
            <a:rPr lang="en-US" b="1"/>
            <a:t>Course Management:</a:t>
          </a:r>
          <a:endParaRPr lang="en-US"/>
        </a:p>
      </dgm:t>
    </dgm:pt>
    <dgm:pt modelId="{0AF43F81-4D54-455E-BF62-816BC05BE245}" type="parTrans" cxnId="{4A7A70ED-9619-4EEC-934A-011F778A8E49}">
      <dgm:prSet/>
      <dgm:spPr/>
      <dgm:t>
        <a:bodyPr/>
        <a:lstStyle/>
        <a:p>
          <a:endParaRPr lang="en-US"/>
        </a:p>
      </dgm:t>
    </dgm:pt>
    <dgm:pt modelId="{4474AF81-69F1-4CA9-8240-B333E8B1EE7B}" type="sibTrans" cxnId="{4A7A70ED-9619-4EEC-934A-011F778A8E49}">
      <dgm:prSet/>
      <dgm:spPr/>
      <dgm:t>
        <a:bodyPr/>
        <a:lstStyle/>
        <a:p>
          <a:endParaRPr lang="en-US"/>
        </a:p>
      </dgm:t>
    </dgm:pt>
    <dgm:pt modelId="{4BC37DB7-676F-404B-8FAE-3FC9AB6F70DA}">
      <dgm:prSet/>
      <dgm:spPr/>
      <dgm:t>
        <a:bodyPr/>
        <a:lstStyle/>
        <a:p>
          <a:r>
            <a:rPr lang="en-US"/>
            <a:t>View a list of available courses and enroll.</a:t>
          </a:r>
        </a:p>
      </dgm:t>
    </dgm:pt>
    <dgm:pt modelId="{664D6232-5F2D-4E9E-A474-051C227C7AD2}" type="parTrans" cxnId="{8439D419-607F-4002-833E-257045B2687F}">
      <dgm:prSet/>
      <dgm:spPr/>
      <dgm:t>
        <a:bodyPr/>
        <a:lstStyle/>
        <a:p>
          <a:endParaRPr lang="en-US"/>
        </a:p>
      </dgm:t>
    </dgm:pt>
    <dgm:pt modelId="{E36125DF-C95D-4BBB-8CAE-E611EA621814}" type="sibTrans" cxnId="{8439D419-607F-4002-833E-257045B2687F}">
      <dgm:prSet/>
      <dgm:spPr/>
      <dgm:t>
        <a:bodyPr/>
        <a:lstStyle/>
        <a:p>
          <a:endParaRPr lang="en-US"/>
        </a:p>
      </dgm:t>
    </dgm:pt>
    <dgm:pt modelId="{DB6234B3-EFD3-46FC-B178-61CE568500E5}">
      <dgm:prSet/>
      <dgm:spPr/>
      <dgm:t>
        <a:bodyPr/>
        <a:lstStyle/>
        <a:p>
          <a:r>
            <a:rPr lang="en-US" b="1"/>
            <a:t>Grade Management:</a:t>
          </a:r>
          <a:endParaRPr lang="en-US"/>
        </a:p>
      </dgm:t>
    </dgm:pt>
    <dgm:pt modelId="{48986EF1-0125-4F9F-9CE9-DD420AD346DB}" type="parTrans" cxnId="{D3131514-025C-486B-8E7D-7215482C42AA}">
      <dgm:prSet/>
      <dgm:spPr/>
      <dgm:t>
        <a:bodyPr/>
        <a:lstStyle/>
        <a:p>
          <a:endParaRPr lang="en-US"/>
        </a:p>
      </dgm:t>
    </dgm:pt>
    <dgm:pt modelId="{B310692F-D95F-449C-AA80-A6EEE3D81F68}" type="sibTrans" cxnId="{D3131514-025C-486B-8E7D-7215482C42AA}">
      <dgm:prSet/>
      <dgm:spPr/>
      <dgm:t>
        <a:bodyPr/>
        <a:lstStyle/>
        <a:p>
          <a:endParaRPr lang="en-US"/>
        </a:p>
      </dgm:t>
    </dgm:pt>
    <dgm:pt modelId="{4C76AB3B-A642-4920-9EFD-D5603047FB93}">
      <dgm:prSet/>
      <dgm:spPr/>
      <dgm:t>
        <a:bodyPr/>
        <a:lstStyle/>
        <a:p>
          <a:r>
            <a:rPr lang="en-US"/>
            <a:t>View grades for each course and overall results.</a:t>
          </a:r>
        </a:p>
      </dgm:t>
    </dgm:pt>
    <dgm:pt modelId="{B2FA6405-36F3-4973-BB74-E453423C159F}" type="parTrans" cxnId="{939873DB-CABA-49D0-9187-E3FE6A0FE097}">
      <dgm:prSet/>
      <dgm:spPr/>
      <dgm:t>
        <a:bodyPr/>
        <a:lstStyle/>
        <a:p>
          <a:endParaRPr lang="en-US"/>
        </a:p>
      </dgm:t>
    </dgm:pt>
    <dgm:pt modelId="{83CF700A-2364-490B-B8F5-72D7C79A98AE}" type="sibTrans" cxnId="{939873DB-CABA-49D0-9187-E3FE6A0FE097}">
      <dgm:prSet/>
      <dgm:spPr/>
      <dgm:t>
        <a:bodyPr/>
        <a:lstStyle/>
        <a:p>
          <a:endParaRPr lang="en-US"/>
        </a:p>
      </dgm:t>
    </dgm:pt>
    <dgm:pt modelId="{0E382393-270A-4F5D-83E1-39AFED42A80B}">
      <dgm:prSet/>
      <dgm:spPr/>
      <dgm:t>
        <a:bodyPr/>
        <a:lstStyle/>
        <a:p>
          <a:r>
            <a:rPr lang="en-US" b="1"/>
            <a:t>Schedule Management:</a:t>
          </a:r>
          <a:endParaRPr lang="en-US"/>
        </a:p>
      </dgm:t>
    </dgm:pt>
    <dgm:pt modelId="{B1AD5636-56AC-446B-BC70-1B1FD8DECD3D}" type="parTrans" cxnId="{2D198702-98C1-4DBE-A0CB-99968892B96A}">
      <dgm:prSet/>
      <dgm:spPr/>
      <dgm:t>
        <a:bodyPr/>
        <a:lstStyle/>
        <a:p>
          <a:endParaRPr lang="en-US"/>
        </a:p>
      </dgm:t>
    </dgm:pt>
    <dgm:pt modelId="{C743D363-E27C-43D2-81DE-12733BBCA497}" type="sibTrans" cxnId="{2D198702-98C1-4DBE-A0CB-99968892B96A}">
      <dgm:prSet/>
      <dgm:spPr/>
      <dgm:t>
        <a:bodyPr/>
        <a:lstStyle/>
        <a:p>
          <a:endParaRPr lang="en-US"/>
        </a:p>
      </dgm:t>
    </dgm:pt>
    <dgm:pt modelId="{14036FF6-E81D-41DF-86F7-27A1ABC95B58}">
      <dgm:prSet/>
      <dgm:spPr/>
      <dgm:t>
        <a:bodyPr/>
        <a:lstStyle/>
        <a:p>
          <a:r>
            <a:rPr lang="en-US"/>
            <a:t>View their personalized schedule.</a:t>
          </a:r>
        </a:p>
      </dgm:t>
    </dgm:pt>
    <dgm:pt modelId="{600B3108-DABD-432B-A3F9-4277C993F3BF}" type="parTrans" cxnId="{3088CEAB-2FAE-4ABF-BF25-93A800F319B5}">
      <dgm:prSet/>
      <dgm:spPr/>
      <dgm:t>
        <a:bodyPr/>
        <a:lstStyle/>
        <a:p>
          <a:endParaRPr lang="en-US"/>
        </a:p>
      </dgm:t>
    </dgm:pt>
    <dgm:pt modelId="{06817671-3BFD-4FB0-9F20-7B99B0F69EC1}" type="sibTrans" cxnId="{3088CEAB-2FAE-4ABF-BF25-93A800F319B5}">
      <dgm:prSet/>
      <dgm:spPr/>
      <dgm:t>
        <a:bodyPr/>
        <a:lstStyle/>
        <a:p>
          <a:endParaRPr lang="en-US"/>
        </a:p>
      </dgm:t>
    </dgm:pt>
    <dgm:pt modelId="{3E301C7B-C34C-4B67-B91D-D885F2E7621F}">
      <dgm:prSet/>
      <dgm:spPr/>
      <dgm:t>
        <a:bodyPr/>
        <a:lstStyle/>
        <a:p>
          <a:r>
            <a:rPr lang="en-US" b="1"/>
            <a:t>Feedback Submission:</a:t>
          </a:r>
          <a:endParaRPr lang="en-US"/>
        </a:p>
      </dgm:t>
    </dgm:pt>
    <dgm:pt modelId="{D89AE0E1-22A2-4CAE-B2DB-75421CDD929D}" type="parTrans" cxnId="{51F4B915-D5F2-4AE0-A155-9779197C5255}">
      <dgm:prSet/>
      <dgm:spPr/>
      <dgm:t>
        <a:bodyPr/>
        <a:lstStyle/>
        <a:p>
          <a:endParaRPr lang="en-US"/>
        </a:p>
      </dgm:t>
    </dgm:pt>
    <dgm:pt modelId="{5BB30FA1-48D5-44B3-810C-5CBE004BF7D4}" type="sibTrans" cxnId="{51F4B915-D5F2-4AE0-A155-9779197C5255}">
      <dgm:prSet/>
      <dgm:spPr/>
      <dgm:t>
        <a:bodyPr/>
        <a:lstStyle/>
        <a:p>
          <a:endParaRPr lang="en-US"/>
        </a:p>
      </dgm:t>
    </dgm:pt>
    <dgm:pt modelId="{719678EB-A08F-4C7E-8468-7DC3B067E711}">
      <dgm:prSet/>
      <dgm:spPr/>
      <dgm:t>
        <a:bodyPr/>
        <a:lstStyle/>
        <a:p>
          <a:r>
            <a:rPr lang="en-US"/>
            <a:t>Submit Feedback to the admins</a:t>
          </a:r>
        </a:p>
      </dgm:t>
    </dgm:pt>
    <dgm:pt modelId="{3A833376-A2A9-4115-B779-DAEC20E69AD9}" type="parTrans" cxnId="{6025E2AD-2836-4C2C-9E2A-0A6A11291B35}">
      <dgm:prSet/>
      <dgm:spPr/>
      <dgm:t>
        <a:bodyPr/>
        <a:lstStyle/>
        <a:p>
          <a:endParaRPr lang="en-US"/>
        </a:p>
      </dgm:t>
    </dgm:pt>
    <dgm:pt modelId="{264D7E23-BFD6-41D9-83AE-893768B8326A}" type="sibTrans" cxnId="{6025E2AD-2836-4C2C-9E2A-0A6A11291B35}">
      <dgm:prSet/>
      <dgm:spPr/>
      <dgm:t>
        <a:bodyPr/>
        <a:lstStyle/>
        <a:p>
          <a:endParaRPr lang="en-US"/>
        </a:p>
      </dgm:t>
    </dgm:pt>
    <dgm:pt modelId="{88ECD8F0-0ACA-491A-9F52-447B3DB8310A}" type="pres">
      <dgm:prSet presAssocID="{8B95E997-9368-4308-9783-199765B1E4DC}" presName="linear" presStyleCnt="0">
        <dgm:presLayoutVars>
          <dgm:animLvl val="lvl"/>
          <dgm:resizeHandles val="exact"/>
        </dgm:presLayoutVars>
      </dgm:prSet>
      <dgm:spPr/>
    </dgm:pt>
    <dgm:pt modelId="{32EB5FFD-559C-4CFD-B555-F4E2AAAA08A4}" type="pres">
      <dgm:prSet presAssocID="{2D8743CB-A3F4-4E04-A7FF-7B52FC22E4AD}" presName="parentText" presStyleLbl="node1" presStyleIdx="0" presStyleCnt="5">
        <dgm:presLayoutVars>
          <dgm:chMax val="0"/>
          <dgm:bulletEnabled val="1"/>
        </dgm:presLayoutVars>
      </dgm:prSet>
      <dgm:spPr/>
    </dgm:pt>
    <dgm:pt modelId="{BAB2B2A6-0D43-4300-92EE-D558A77D2B75}" type="pres">
      <dgm:prSet presAssocID="{2D8743CB-A3F4-4E04-A7FF-7B52FC22E4AD}" presName="childText" presStyleLbl="revTx" presStyleIdx="0" presStyleCnt="5">
        <dgm:presLayoutVars>
          <dgm:bulletEnabled val="1"/>
        </dgm:presLayoutVars>
      </dgm:prSet>
      <dgm:spPr/>
    </dgm:pt>
    <dgm:pt modelId="{A2CBD581-4765-4781-B9DD-F0F7A68A5351}" type="pres">
      <dgm:prSet presAssocID="{DEADAE2A-3B7D-49E8-ABEB-32142F469CAA}" presName="parentText" presStyleLbl="node1" presStyleIdx="1" presStyleCnt="5">
        <dgm:presLayoutVars>
          <dgm:chMax val="0"/>
          <dgm:bulletEnabled val="1"/>
        </dgm:presLayoutVars>
      </dgm:prSet>
      <dgm:spPr/>
    </dgm:pt>
    <dgm:pt modelId="{21E8758C-C6CA-426D-BDF4-EAF06881EB59}" type="pres">
      <dgm:prSet presAssocID="{DEADAE2A-3B7D-49E8-ABEB-32142F469CAA}" presName="childText" presStyleLbl="revTx" presStyleIdx="1" presStyleCnt="5">
        <dgm:presLayoutVars>
          <dgm:bulletEnabled val="1"/>
        </dgm:presLayoutVars>
      </dgm:prSet>
      <dgm:spPr/>
    </dgm:pt>
    <dgm:pt modelId="{89540E46-DBA5-46FF-B71D-CA7923D99392}" type="pres">
      <dgm:prSet presAssocID="{DB6234B3-EFD3-46FC-B178-61CE568500E5}" presName="parentText" presStyleLbl="node1" presStyleIdx="2" presStyleCnt="5">
        <dgm:presLayoutVars>
          <dgm:chMax val="0"/>
          <dgm:bulletEnabled val="1"/>
        </dgm:presLayoutVars>
      </dgm:prSet>
      <dgm:spPr/>
    </dgm:pt>
    <dgm:pt modelId="{D0015868-602D-441E-BB9B-108EE728328D}" type="pres">
      <dgm:prSet presAssocID="{DB6234B3-EFD3-46FC-B178-61CE568500E5}" presName="childText" presStyleLbl="revTx" presStyleIdx="2" presStyleCnt="5">
        <dgm:presLayoutVars>
          <dgm:bulletEnabled val="1"/>
        </dgm:presLayoutVars>
      </dgm:prSet>
      <dgm:spPr/>
    </dgm:pt>
    <dgm:pt modelId="{B8396A30-7B22-4C76-88A1-3927EF3DAC97}" type="pres">
      <dgm:prSet presAssocID="{0E382393-270A-4F5D-83E1-39AFED42A80B}" presName="parentText" presStyleLbl="node1" presStyleIdx="3" presStyleCnt="5">
        <dgm:presLayoutVars>
          <dgm:chMax val="0"/>
          <dgm:bulletEnabled val="1"/>
        </dgm:presLayoutVars>
      </dgm:prSet>
      <dgm:spPr/>
    </dgm:pt>
    <dgm:pt modelId="{83321524-2E4D-4C78-A2B3-1C23881E82CC}" type="pres">
      <dgm:prSet presAssocID="{0E382393-270A-4F5D-83E1-39AFED42A80B}" presName="childText" presStyleLbl="revTx" presStyleIdx="3" presStyleCnt="5">
        <dgm:presLayoutVars>
          <dgm:bulletEnabled val="1"/>
        </dgm:presLayoutVars>
      </dgm:prSet>
      <dgm:spPr/>
    </dgm:pt>
    <dgm:pt modelId="{C3282E43-89C6-4F52-940F-9A3CFBE1EF63}" type="pres">
      <dgm:prSet presAssocID="{3E301C7B-C34C-4B67-B91D-D885F2E7621F}" presName="parentText" presStyleLbl="node1" presStyleIdx="4" presStyleCnt="5">
        <dgm:presLayoutVars>
          <dgm:chMax val="0"/>
          <dgm:bulletEnabled val="1"/>
        </dgm:presLayoutVars>
      </dgm:prSet>
      <dgm:spPr/>
    </dgm:pt>
    <dgm:pt modelId="{3F22505A-D358-4F6B-8AB7-DF56EFBD08B1}" type="pres">
      <dgm:prSet presAssocID="{3E301C7B-C34C-4B67-B91D-D885F2E7621F}" presName="childText" presStyleLbl="revTx" presStyleIdx="4" presStyleCnt="5">
        <dgm:presLayoutVars>
          <dgm:bulletEnabled val="1"/>
        </dgm:presLayoutVars>
      </dgm:prSet>
      <dgm:spPr/>
    </dgm:pt>
  </dgm:ptLst>
  <dgm:cxnLst>
    <dgm:cxn modelId="{A2F04B02-81F4-4327-9D6A-F0F3FB2A8A67}" type="presOf" srcId="{8B95E997-9368-4308-9783-199765B1E4DC}" destId="{88ECD8F0-0ACA-491A-9F52-447B3DB8310A}" srcOrd="0" destOrd="0" presId="urn:microsoft.com/office/officeart/2005/8/layout/vList2"/>
    <dgm:cxn modelId="{2D198702-98C1-4DBE-A0CB-99968892B96A}" srcId="{8B95E997-9368-4308-9783-199765B1E4DC}" destId="{0E382393-270A-4F5D-83E1-39AFED42A80B}" srcOrd="3" destOrd="0" parTransId="{B1AD5636-56AC-446B-BC70-1B1FD8DECD3D}" sibTransId="{C743D363-E27C-43D2-81DE-12733BBCA497}"/>
    <dgm:cxn modelId="{41163405-63E5-4102-A6DD-6B7B36294FB8}" type="presOf" srcId="{14036FF6-E81D-41DF-86F7-27A1ABC95B58}" destId="{83321524-2E4D-4C78-A2B3-1C23881E82CC}" srcOrd="0" destOrd="0" presId="urn:microsoft.com/office/officeart/2005/8/layout/vList2"/>
    <dgm:cxn modelId="{D3131514-025C-486B-8E7D-7215482C42AA}" srcId="{8B95E997-9368-4308-9783-199765B1E4DC}" destId="{DB6234B3-EFD3-46FC-B178-61CE568500E5}" srcOrd="2" destOrd="0" parTransId="{48986EF1-0125-4F9F-9CE9-DD420AD346DB}" sibTransId="{B310692F-D95F-449C-AA80-A6EEE3D81F68}"/>
    <dgm:cxn modelId="{5A621A14-D470-4213-B130-C00A5567546E}" type="presOf" srcId="{3E301C7B-C34C-4B67-B91D-D885F2E7621F}" destId="{C3282E43-89C6-4F52-940F-9A3CFBE1EF63}" srcOrd="0" destOrd="0" presId="urn:microsoft.com/office/officeart/2005/8/layout/vList2"/>
    <dgm:cxn modelId="{51F4B915-D5F2-4AE0-A155-9779197C5255}" srcId="{8B95E997-9368-4308-9783-199765B1E4DC}" destId="{3E301C7B-C34C-4B67-B91D-D885F2E7621F}" srcOrd="4" destOrd="0" parTransId="{D89AE0E1-22A2-4CAE-B2DB-75421CDD929D}" sibTransId="{5BB30FA1-48D5-44B3-810C-5CBE004BF7D4}"/>
    <dgm:cxn modelId="{8439D419-607F-4002-833E-257045B2687F}" srcId="{DEADAE2A-3B7D-49E8-ABEB-32142F469CAA}" destId="{4BC37DB7-676F-404B-8FAE-3FC9AB6F70DA}" srcOrd="0" destOrd="0" parTransId="{664D6232-5F2D-4E9E-A474-051C227C7AD2}" sibTransId="{E36125DF-C95D-4BBB-8CAE-E611EA621814}"/>
    <dgm:cxn modelId="{0B570624-769B-40AE-B2D0-07C59B908DFA}" type="presOf" srcId="{0E382393-270A-4F5D-83E1-39AFED42A80B}" destId="{B8396A30-7B22-4C76-88A1-3927EF3DAC97}" srcOrd="0" destOrd="0" presId="urn:microsoft.com/office/officeart/2005/8/layout/vList2"/>
    <dgm:cxn modelId="{9F597724-B8BF-4B08-B074-25E14CD0FFA1}" srcId="{2D8743CB-A3F4-4E04-A7FF-7B52FC22E4AD}" destId="{4950AF6F-CB79-4759-B019-3BEEA3E8AD10}" srcOrd="1" destOrd="0" parTransId="{BFD69AD6-6554-4CB4-B7FA-D813A176492B}" sibTransId="{3D297C8E-9EE8-4EA4-80BA-93DA52E4484B}"/>
    <dgm:cxn modelId="{80411545-D642-4193-A556-E03C7E964148}" srcId="{2D8743CB-A3F4-4E04-A7FF-7B52FC22E4AD}" destId="{517070F5-DC51-408C-BAB1-7AA044D7374C}" srcOrd="0" destOrd="0" parTransId="{B9144A70-A994-4415-9F64-5F2A0B992AC9}" sibTransId="{914F0B30-C4F3-438F-98E1-74D52E464667}"/>
    <dgm:cxn modelId="{8C580967-4CFB-43EF-8BC2-30E1329295FE}" srcId="{8B95E997-9368-4308-9783-199765B1E4DC}" destId="{2D8743CB-A3F4-4E04-A7FF-7B52FC22E4AD}" srcOrd="0" destOrd="0" parTransId="{9EE688D3-380C-4F0A-B874-7BBA82BA1B45}" sibTransId="{7A96D557-326B-40BE-90F5-AC6802E14837}"/>
    <dgm:cxn modelId="{4A723E6A-4CE4-4DC2-B81D-B932F985AC9C}" type="presOf" srcId="{4950AF6F-CB79-4759-B019-3BEEA3E8AD10}" destId="{BAB2B2A6-0D43-4300-92EE-D558A77D2B75}" srcOrd="0" destOrd="1" presId="urn:microsoft.com/office/officeart/2005/8/layout/vList2"/>
    <dgm:cxn modelId="{EB2C8C58-ACF8-4453-A444-0D4AE6BA32A2}" type="presOf" srcId="{2D8743CB-A3F4-4E04-A7FF-7B52FC22E4AD}" destId="{32EB5FFD-559C-4CFD-B555-F4E2AAAA08A4}" srcOrd="0" destOrd="0" presId="urn:microsoft.com/office/officeart/2005/8/layout/vList2"/>
    <dgm:cxn modelId="{EC6ABAA5-EB93-47F9-9BEC-3E05E4C9B6D0}" type="presOf" srcId="{517070F5-DC51-408C-BAB1-7AA044D7374C}" destId="{BAB2B2A6-0D43-4300-92EE-D558A77D2B75}" srcOrd="0" destOrd="0" presId="urn:microsoft.com/office/officeart/2005/8/layout/vList2"/>
    <dgm:cxn modelId="{3088CEAB-2FAE-4ABF-BF25-93A800F319B5}" srcId="{0E382393-270A-4F5D-83E1-39AFED42A80B}" destId="{14036FF6-E81D-41DF-86F7-27A1ABC95B58}" srcOrd="0" destOrd="0" parTransId="{600B3108-DABD-432B-A3F9-4277C993F3BF}" sibTransId="{06817671-3BFD-4FB0-9F20-7B99B0F69EC1}"/>
    <dgm:cxn modelId="{6025E2AD-2836-4C2C-9E2A-0A6A11291B35}" srcId="{3E301C7B-C34C-4B67-B91D-D885F2E7621F}" destId="{719678EB-A08F-4C7E-8468-7DC3B067E711}" srcOrd="0" destOrd="0" parTransId="{3A833376-A2A9-4115-B779-DAEC20E69AD9}" sibTransId="{264D7E23-BFD6-41D9-83AE-893768B8326A}"/>
    <dgm:cxn modelId="{69E2B2AE-29AA-44A2-8DC3-BF5D3C3A743A}" type="presOf" srcId="{4BC37DB7-676F-404B-8FAE-3FC9AB6F70DA}" destId="{21E8758C-C6CA-426D-BDF4-EAF06881EB59}" srcOrd="0" destOrd="0" presId="urn:microsoft.com/office/officeart/2005/8/layout/vList2"/>
    <dgm:cxn modelId="{691C87B6-72DF-4EE3-8DF9-56499874DB4B}" type="presOf" srcId="{DEADAE2A-3B7D-49E8-ABEB-32142F469CAA}" destId="{A2CBD581-4765-4781-B9DD-F0F7A68A5351}" srcOrd="0" destOrd="0" presId="urn:microsoft.com/office/officeart/2005/8/layout/vList2"/>
    <dgm:cxn modelId="{8B9CA5B7-317C-407D-9A06-3DECD7A8B00E}" type="presOf" srcId="{DB6234B3-EFD3-46FC-B178-61CE568500E5}" destId="{89540E46-DBA5-46FF-B71D-CA7923D99392}" srcOrd="0" destOrd="0" presId="urn:microsoft.com/office/officeart/2005/8/layout/vList2"/>
    <dgm:cxn modelId="{FEC45DB9-2612-4A35-A9A0-ADCCEAF39E27}" type="presOf" srcId="{719678EB-A08F-4C7E-8468-7DC3B067E711}" destId="{3F22505A-D358-4F6B-8AB7-DF56EFBD08B1}" srcOrd="0" destOrd="0" presId="urn:microsoft.com/office/officeart/2005/8/layout/vList2"/>
    <dgm:cxn modelId="{43E7A7D7-28DB-4220-997D-1CB4469DEEBA}" type="presOf" srcId="{4C76AB3B-A642-4920-9EFD-D5603047FB93}" destId="{D0015868-602D-441E-BB9B-108EE728328D}" srcOrd="0" destOrd="0" presId="urn:microsoft.com/office/officeart/2005/8/layout/vList2"/>
    <dgm:cxn modelId="{939873DB-CABA-49D0-9187-E3FE6A0FE097}" srcId="{DB6234B3-EFD3-46FC-B178-61CE568500E5}" destId="{4C76AB3B-A642-4920-9EFD-D5603047FB93}" srcOrd="0" destOrd="0" parTransId="{B2FA6405-36F3-4973-BB74-E453423C159F}" sibTransId="{83CF700A-2364-490B-B8F5-72D7C79A98AE}"/>
    <dgm:cxn modelId="{4A7A70ED-9619-4EEC-934A-011F778A8E49}" srcId="{8B95E997-9368-4308-9783-199765B1E4DC}" destId="{DEADAE2A-3B7D-49E8-ABEB-32142F469CAA}" srcOrd="1" destOrd="0" parTransId="{0AF43F81-4D54-455E-BF62-816BC05BE245}" sibTransId="{4474AF81-69F1-4CA9-8240-B333E8B1EE7B}"/>
    <dgm:cxn modelId="{197EAC13-0AE5-4A46-9634-BAF17BC6A4E8}" type="presParOf" srcId="{88ECD8F0-0ACA-491A-9F52-447B3DB8310A}" destId="{32EB5FFD-559C-4CFD-B555-F4E2AAAA08A4}" srcOrd="0" destOrd="0" presId="urn:microsoft.com/office/officeart/2005/8/layout/vList2"/>
    <dgm:cxn modelId="{72281A95-1228-4290-A2D6-F3F62B062A47}" type="presParOf" srcId="{88ECD8F0-0ACA-491A-9F52-447B3DB8310A}" destId="{BAB2B2A6-0D43-4300-92EE-D558A77D2B75}" srcOrd="1" destOrd="0" presId="urn:microsoft.com/office/officeart/2005/8/layout/vList2"/>
    <dgm:cxn modelId="{8F8C11A1-79FE-4A7A-83E3-5CE4244347B9}" type="presParOf" srcId="{88ECD8F0-0ACA-491A-9F52-447B3DB8310A}" destId="{A2CBD581-4765-4781-B9DD-F0F7A68A5351}" srcOrd="2" destOrd="0" presId="urn:microsoft.com/office/officeart/2005/8/layout/vList2"/>
    <dgm:cxn modelId="{F3E6012F-6234-4F71-A6D4-8644D2923A82}" type="presParOf" srcId="{88ECD8F0-0ACA-491A-9F52-447B3DB8310A}" destId="{21E8758C-C6CA-426D-BDF4-EAF06881EB59}" srcOrd="3" destOrd="0" presId="urn:microsoft.com/office/officeart/2005/8/layout/vList2"/>
    <dgm:cxn modelId="{1073E237-4452-409C-AF3C-F933847B5A75}" type="presParOf" srcId="{88ECD8F0-0ACA-491A-9F52-447B3DB8310A}" destId="{89540E46-DBA5-46FF-B71D-CA7923D99392}" srcOrd="4" destOrd="0" presId="urn:microsoft.com/office/officeart/2005/8/layout/vList2"/>
    <dgm:cxn modelId="{A492639C-D5A8-4258-91C9-2EE0B7190567}" type="presParOf" srcId="{88ECD8F0-0ACA-491A-9F52-447B3DB8310A}" destId="{D0015868-602D-441E-BB9B-108EE728328D}" srcOrd="5" destOrd="0" presId="urn:microsoft.com/office/officeart/2005/8/layout/vList2"/>
    <dgm:cxn modelId="{9576A251-FDD7-401B-9B3D-459127ECA9C9}" type="presParOf" srcId="{88ECD8F0-0ACA-491A-9F52-447B3DB8310A}" destId="{B8396A30-7B22-4C76-88A1-3927EF3DAC97}" srcOrd="6" destOrd="0" presId="urn:microsoft.com/office/officeart/2005/8/layout/vList2"/>
    <dgm:cxn modelId="{8DB01952-8A53-4AE7-A30A-50B64F0BE371}" type="presParOf" srcId="{88ECD8F0-0ACA-491A-9F52-447B3DB8310A}" destId="{83321524-2E4D-4C78-A2B3-1C23881E82CC}" srcOrd="7" destOrd="0" presId="urn:microsoft.com/office/officeart/2005/8/layout/vList2"/>
    <dgm:cxn modelId="{6C470410-2B49-4CD8-8BAB-AA4EDDFF07DF}" type="presParOf" srcId="{88ECD8F0-0ACA-491A-9F52-447B3DB8310A}" destId="{C3282E43-89C6-4F52-940F-9A3CFBE1EF63}" srcOrd="8" destOrd="0" presId="urn:microsoft.com/office/officeart/2005/8/layout/vList2"/>
    <dgm:cxn modelId="{FCF27581-1E9E-4F8A-BF3B-EF38E682208A}" type="presParOf" srcId="{88ECD8F0-0ACA-491A-9F52-447B3DB8310A}" destId="{3F22505A-D358-4F6B-8AB7-DF56EFBD08B1}"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8324A37-AFD8-4E9E-88CA-41538CA4E7F2}" type="doc">
      <dgm:prSet loTypeId="urn:microsoft.com/office/officeart/2018/2/layout/IconLabelList" loCatId="icon" qsTypeId="urn:microsoft.com/office/officeart/2005/8/quickstyle/simple1" qsCatId="simple" csTypeId="urn:microsoft.com/office/officeart/2005/8/colors/accent1_3" csCatId="accent1" phldr="1"/>
      <dgm:spPr/>
      <dgm:t>
        <a:bodyPr/>
        <a:lstStyle/>
        <a:p>
          <a:endParaRPr lang="en-US"/>
        </a:p>
      </dgm:t>
    </dgm:pt>
    <dgm:pt modelId="{E6486F5E-9C16-465B-8A79-EA6F8BA168AC}">
      <dgm:prSet phldrT="[Text]" phldr="0"/>
      <dgm:spPr/>
      <dgm:t>
        <a:bodyPr/>
        <a:lstStyle/>
        <a:p>
          <a:pPr>
            <a:lnSpc>
              <a:spcPct val="100000"/>
            </a:lnSpc>
          </a:pPr>
          <a:r>
            <a:rPr lang="en-US" err="1"/>
            <a:t>Tkinter</a:t>
          </a:r>
          <a:r>
            <a:rPr lang="en-US"/>
            <a:t> GUI (User Interface)</a:t>
          </a:r>
        </a:p>
      </dgm:t>
    </dgm:pt>
    <dgm:pt modelId="{B0931C27-5639-450C-BFAA-D6CD075FAA12}" type="parTrans" cxnId="{BF3A386E-CF4A-44B4-B0BC-F39FD703DCC6}">
      <dgm:prSet/>
      <dgm:spPr/>
    </dgm:pt>
    <dgm:pt modelId="{A1A665A3-CC72-429E-9CB0-A3C990545843}" type="sibTrans" cxnId="{BF3A386E-CF4A-44B4-B0BC-F39FD703DCC6}">
      <dgm:prSet/>
      <dgm:spPr/>
      <dgm:t>
        <a:bodyPr/>
        <a:lstStyle/>
        <a:p>
          <a:endParaRPr lang="en-US"/>
        </a:p>
      </dgm:t>
    </dgm:pt>
    <dgm:pt modelId="{F665490F-B267-4FEF-91C6-6879ED7679DF}">
      <dgm:prSet phldrT="[Text]" phldr="0"/>
      <dgm:spPr/>
      <dgm:t>
        <a:bodyPr/>
        <a:lstStyle/>
        <a:p>
          <a:pPr>
            <a:lnSpc>
              <a:spcPct val="100000"/>
            </a:lnSpc>
          </a:pPr>
          <a:r>
            <a:rPr lang="en-US"/>
            <a:t>Data Storage (JSON Files)</a:t>
          </a:r>
        </a:p>
      </dgm:t>
    </dgm:pt>
    <dgm:pt modelId="{987A1E9C-7530-49D8-AA23-BA148971C4CA}" type="parTrans" cxnId="{091CB841-BF50-43E4-A27B-F9D6FDD43A4C}">
      <dgm:prSet/>
      <dgm:spPr/>
    </dgm:pt>
    <dgm:pt modelId="{8A32CCCF-E43F-45C3-B6E1-7A9CA09BC05C}" type="sibTrans" cxnId="{091CB841-BF50-43E4-A27B-F9D6FDD43A4C}">
      <dgm:prSet/>
      <dgm:spPr/>
      <dgm:t>
        <a:bodyPr/>
        <a:lstStyle/>
        <a:p>
          <a:endParaRPr lang="en-US"/>
        </a:p>
      </dgm:t>
    </dgm:pt>
    <dgm:pt modelId="{47122836-0FAA-4939-935D-6516287C7FA3}">
      <dgm:prSet phldrT="[Text]" phldr="0"/>
      <dgm:spPr/>
      <dgm:t>
        <a:bodyPr/>
        <a:lstStyle/>
        <a:p>
          <a:pPr>
            <a:lnSpc>
              <a:spcPct val="100000"/>
            </a:lnSpc>
          </a:pPr>
          <a:r>
            <a:rPr lang="en-US"/>
            <a:t>Password Hashing (SHA-256) </a:t>
          </a:r>
        </a:p>
      </dgm:t>
    </dgm:pt>
    <dgm:pt modelId="{8D281D04-A6C4-4065-9A03-182B3ED5A1B8}" type="parTrans" cxnId="{708B343F-3FDB-4780-80FB-E27EA3BBDA67}">
      <dgm:prSet/>
      <dgm:spPr/>
    </dgm:pt>
    <dgm:pt modelId="{5E2087C1-F5E4-41C0-977A-1E4735BA8FDF}" type="sibTrans" cxnId="{708B343F-3FDB-4780-80FB-E27EA3BBDA67}">
      <dgm:prSet/>
      <dgm:spPr/>
    </dgm:pt>
    <dgm:pt modelId="{966DD43B-AF9A-4800-947D-8B3C54B7295B}" type="pres">
      <dgm:prSet presAssocID="{98324A37-AFD8-4E9E-88CA-41538CA4E7F2}" presName="root" presStyleCnt="0">
        <dgm:presLayoutVars>
          <dgm:dir/>
          <dgm:resizeHandles val="exact"/>
        </dgm:presLayoutVars>
      </dgm:prSet>
      <dgm:spPr/>
    </dgm:pt>
    <dgm:pt modelId="{C324A0AA-ED82-4B89-AADA-332DED517D8D}" type="pres">
      <dgm:prSet presAssocID="{E6486F5E-9C16-465B-8A79-EA6F8BA168AC}" presName="compNode" presStyleCnt="0"/>
      <dgm:spPr/>
    </dgm:pt>
    <dgm:pt modelId="{A60AC849-CF70-478B-8E26-5063EF509939}" type="pres">
      <dgm:prSet presAssocID="{E6486F5E-9C16-465B-8A79-EA6F8BA168A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eb Design"/>
        </a:ext>
      </dgm:extLst>
    </dgm:pt>
    <dgm:pt modelId="{F36A342E-5172-46F2-8E76-457B4D1005A7}" type="pres">
      <dgm:prSet presAssocID="{E6486F5E-9C16-465B-8A79-EA6F8BA168AC}" presName="spaceRect" presStyleCnt="0"/>
      <dgm:spPr/>
    </dgm:pt>
    <dgm:pt modelId="{2E8130B5-3486-472D-B1C0-8579317DF2D8}" type="pres">
      <dgm:prSet presAssocID="{E6486F5E-9C16-465B-8A79-EA6F8BA168AC}" presName="textRect" presStyleLbl="revTx" presStyleIdx="0" presStyleCnt="3">
        <dgm:presLayoutVars>
          <dgm:chMax val="1"/>
          <dgm:chPref val="1"/>
        </dgm:presLayoutVars>
      </dgm:prSet>
      <dgm:spPr/>
    </dgm:pt>
    <dgm:pt modelId="{C69AEDAF-4867-4ACC-AD53-5A9042B75D1D}" type="pres">
      <dgm:prSet presAssocID="{A1A665A3-CC72-429E-9CB0-A3C990545843}" presName="sibTrans" presStyleCnt="0"/>
      <dgm:spPr/>
    </dgm:pt>
    <dgm:pt modelId="{3CB18A5C-4D72-4BC4-9EBB-EA8F212822B5}" type="pres">
      <dgm:prSet presAssocID="{F665490F-B267-4FEF-91C6-6879ED7679DF}" presName="compNode" presStyleCnt="0"/>
      <dgm:spPr/>
    </dgm:pt>
    <dgm:pt modelId="{613E6B78-4F14-46EB-BEAF-1B85A6AC5629}" type="pres">
      <dgm:prSet presAssocID="{F665490F-B267-4FEF-91C6-6879ED7679D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ED383DD2-603F-4CB9-AAD1-5BD0D0F5FCD7}" type="pres">
      <dgm:prSet presAssocID="{F665490F-B267-4FEF-91C6-6879ED7679DF}" presName="spaceRect" presStyleCnt="0"/>
      <dgm:spPr/>
    </dgm:pt>
    <dgm:pt modelId="{21DFA47E-344F-4224-9873-41E6B6771289}" type="pres">
      <dgm:prSet presAssocID="{F665490F-B267-4FEF-91C6-6879ED7679DF}" presName="textRect" presStyleLbl="revTx" presStyleIdx="1" presStyleCnt="3">
        <dgm:presLayoutVars>
          <dgm:chMax val="1"/>
          <dgm:chPref val="1"/>
        </dgm:presLayoutVars>
      </dgm:prSet>
      <dgm:spPr/>
    </dgm:pt>
    <dgm:pt modelId="{C389A082-827C-4E3A-A75C-A63FBFAED1FC}" type="pres">
      <dgm:prSet presAssocID="{8A32CCCF-E43F-45C3-B6E1-7A9CA09BC05C}" presName="sibTrans" presStyleCnt="0"/>
      <dgm:spPr/>
    </dgm:pt>
    <dgm:pt modelId="{2D588399-C059-4372-A0F3-B49A30B0DE59}" type="pres">
      <dgm:prSet presAssocID="{47122836-0FAA-4939-935D-6516287C7FA3}" presName="compNode" presStyleCnt="0"/>
      <dgm:spPr/>
    </dgm:pt>
    <dgm:pt modelId="{E0C9F01A-0779-44C5-8A26-3F6F15DBA686}" type="pres">
      <dgm:prSet presAssocID="{47122836-0FAA-4939-935D-6516287C7FA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ock"/>
        </a:ext>
      </dgm:extLst>
    </dgm:pt>
    <dgm:pt modelId="{EC2BA947-69CC-4C77-9C13-07ADCCA1C4F3}" type="pres">
      <dgm:prSet presAssocID="{47122836-0FAA-4939-935D-6516287C7FA3}" presName="spaceRect" presStyleCnt="0"/>
      <dgm:spPr/>
    </dgm:pt>
    <dgm:pt modelId="{04ACC816-A1A1-43CB-A73D-A3406C683A1E}" type="pres">
      <dgm:prSet presAssocID="{47122836-0FAA-4939-935D-6516287C7FA3}" presName="textRect" presStyleLbl="revTx" presStyleIdx="2" presStyleCnt="3">
        <dgm:presLayoutVars>
          <dgm:chMax val="1"/>
          <dgm:chPref val="1"/>
        </dgm:presLayoutVars>
      </dgm:prSet>
      <dgm:spPr/>
    </dgm:pt>
  </dgm:ptLst>
  <dgm:cxnLst>
    <dgm:cxn modelId="{A851D504-8BA3-464A-AA40-D65FF25808B8}" type="presOf" srcId="{E6486F5E-9C16-465B-8A79-EA6F8BA168AC}" destId="{2E8130B5-3486-472D-B1C0-8579317DF2D8}" srcOrd="0" destOrd="0" presId="urn:microsoft.com/office/officeart/2018/2/layout/IconLabelList"/>
    <dgm:cxn modelId="{708B343F-3FDB-4780-80FB-E27EA3BBDA67}" srcId="{98324A37-AFD8-4E9E-88CA-41538CA4E7F2}" destId="{47122836-0FAA-4939-935D-6516287C7FA3}" srcOrd="2" destOrd="0" parTransId="{8D281D04-A6C4-4065-9A03-182B3ED5A1B8}" sibTransId="{5E2087C1-F5E4-41C0-977A-1E4735BA8FDF}"/>
    <dgm:cxn modelId="{091CB841-BF50-43E4-A27B-F9D6FDD43A4C}" srcId="{98324A37-AFD8-4E9E-88CA-41538CA4E7F2}" destId="{F665490F-B267-4FEF-91C6-6879ED7679DF}" srcOrd="1" destOrd="0" parTransId="{987A1E9C-7530-49D8-AA23-BA148971C4CA}" sibTransId="{8A32CCCF-E43F-45C3-B6E1-7A9CA09BC05C}"/>
    <dgm:cxn modelId="{89BB0263-2695-428D-AC6C-C4A6D8835B4C}" type="presOf" srcId="{98324A37-AFD8-4E9E-88CA-41538CA4E7F2}" destId="{966DD43B-AF9A-4800-947D-8B3C54B7295B}" srcOrd="0" destOrd="0" presId="urn:microsoft.com/office/officeart/2018/2/layout/IconLabelList"/>
    <dgm:cxn modelId="{BF3A386E-CF4A-44B4-B0BC-F39FD703DCC6}" srcId="{98324A37-AFD8-4E9E-88CA-41538CA4E7F2}" destId="{E6486F5E-9C16-465B-8A79-EA6F8BA168AC}" srcOrd="0" destOrd="0" parTransId="{B0931C27-5639-450C-BFAA-D6CD075FAA12}" sibTransId="{A1A665A3-CC72-429E-9CB0-A3C990545843}"/>
    <dgm:cxn modelId="{2EDBDC7D-5848-4C18-A904-E42F4E369130}" type="presOf" srcId="{47122836-0FAA-4939-935D-6516287C7FA3}" destId="{04ACC816-A1A1-43CB-A73D-A3406C683A1E}" srcOrd="0" destOrd="0" presId="urn:microsoft.com/office/officeart/2018/2/layout/IconLabelList"/>
    <dgm:cxn modelId="{E7AA33A3-D78B-45DE-9AF8-D93A49711C2A}" type="presOf" srcId="{F665490F-B267-4FEF-91C6-6879ED7679DF}" destId="{21DFA47E-344F-4224-9873-41E6B6771289}" srcOrd="0" destOrd="0" presId="urn:microsoft.com/office/officeart/2018/2/layout/IconLabelList"/>
    <dgm:cxn modelId="{9EA48581-CBF9-4BE4-B20D-C87A272CE160}" type="presParOf" srcId="{966DD43B-AF9A-4800-947D-8B3C54B7295B}" destId="{C324A0AA-ED82-4B89-AADA-332DED517D8D}" srcOrd="0" destOrd="0" presId="urn:microsoft.com/office/officeart/2018/2/layout/IconLabelList"/>
    <dgm:cxn modelId="{F4C72768-D35E-4B94-B3D1-B656F9BDA0AB}" type="presParOf" srcId="{C324A0AA-ED82-4B89-AADA-332DED517D8D}" destId="{A60AC849-CF70-478B-8E26-5063EF509939}" srcOrd="0" destOrd="0" presId="urn:microsoft.com/office/officeart/2018/2/layout/IconLabelList"/>
    <dgm:cxn modelId="{B6B08D70-75EC-4F8C-9BFD-66BFB0E47766}" type="presParOf" srcId="{C324A0AA-ED82-4B89-AADA-332DED517D8D}" destId="{F36A342E-5172-46F2-8E76-457B4D1005A7}" srcOrd="1" destOrd="0" presId="urn:microsoft.com/office/officeart/2018/2/layout/IconLabelList"/>
    <dgm:cxn modelId="{39DACF42-B3A7-468F-B71E-7F3E50B2407C}" type="presParOf" srcId="{C324A0AA-ED82-4B89-AADA-332DED517D8D}" destId="{2E8130B5-3486-472D-B1C0-8579317DF2D8}" srcOrd="2" destOrd="0" presId="urn:microsoft.com/office/officeart/2018/2/layout/IconLabelList"/>
    <dgm:cxn modelId="{5461C655-F489-44F9-A0A2-84B57825837C}" type="presParOf" srcId="{966DD43B-AF9A-4800-947D-8B3C54B7295B}" destId="{C69AEDAF-4867-4ACC-AD53-5A9042B75D1D}" srcOrd="1" destOrd="0" presId="urn:microsoft.com/office/officeart/2018/2/layout/IconLabelList"/>
    <dgm:cxn modelId="{44396E50-5554-44D8-801B-C0A8DE496C2D}" type="presParOf" srcId="{966DD43B-AF9A-4800-947D-8B3C54B7295B}" destId="{3CB18A5C-4D72-4BC4-9EBB-EA8F212822B5}" srcOrd="2" destOrd="0" presId="urn:microsoft.com/office/officeart/2018/2/layout/IconLabelList"/>
    <dgm:cxn modelId="{E22B3D44-2E04-4DDB-BDC7-709827ED5BD4}" type="presParOf" srcId="{3CB18A5C-4D72-4BC4-9EBB-EA8F212822B5}" destId="{613E6B78-4F14-46EB-BEAF-1B85A6AC5629}" srcOrd="0" destOrd="0" presId="urn:microsoft.com/office/officeart/2018/2/layout/IconLabelList"/>
    <dgm:cxn modelId="{F0F1651F-2A56-4E93-A8B1-B3451854D1AC}" type="presParOf" srcId="{3CB18A5C-4D72-4BC4-9EBB-EA8F212822B5}" destId="{ED383DD2-603F-4CB9-AAD1-5BD0D0F5FCD7}" srcOrd="1" destOrd="0" presId="urn:microsoft.com/office/officeart/2018/2/layout/IconLabelList"/>
    <dgm:cxn modelId="{D4AD7DD0-D48D-4574-B2A6-25340B75B923}" type="presParOf" srcId="{3CB18A5C-4D72-4BC4-9EBB-EA8F212822B5}" destId="{21DFA47E-344F-4224-9873-41E6B6771289}" srcOrd="2" destOrd="0" presId="urn:microsoft.com/office/officeart/2018/2/layout/IconLabelList"/>
    <dgm:cxn modelId="{79131FB8-1CC0-469A-9F1B-AACEBC071D1C}" type="presParOf" srcId="{966DD43B-AF9A-4800-947D-8B3C54B7295B}" destId="{C389A082-827C-4E3A-A75C-A63FBFAED1FC}" srcOrd="3" destOrd="0" presId="urn:microsoft.com/office/officeart/2018/2/layout/IconLabelList"/>
    <dgm:cxn modelId="{E2714235-9BE4-4593-9124-905C73A6DC61}" type="presParOf" srcId="{966DD43B-AF9A-4800-947D-8B3C54B7295B}" destId="{2D588399-C059-4372-A0F3-B49A30B0DE59}" srcOrd="4" destOrd="0" presId="urn:microsoft.com/office/officeart/2018/2/layout/IconLabelList"/>
    <dgm:cxn modelId="{6B2F0B8C-3EB1-4F3B-971A-36E542A7ACC5}" type="presParOf" srcId="{2D588399-C059-4372-A0F3-B49A30B0DE59}" destId="{E0C9F01A-0779-44C5-8A26-3F6F15DBA686}" srcOrd="0" destOrd="0" presId="urn:microsoft.com/office/officeart/2018/2/layout/IconLabelList"/>
    <dgm:cxn modelId="{127AE6CC-4381-4CEF-9935-2CC350B7F4CA}" type="presParOf" srcId="{2D588399-C059-4372-A0F3-B49A30B0DE59}" destId="{EC2BA947-69CC-4C77-9C13-07ADCCA1C4F3}" srcOrd="1" destOrd="0" presId="urn:microsoft.com/office/officeart/2018/2/layout/IconLabelList"/>
    <dgm:cxn modelId="{25D97E28-9968-4CB1-9571-8670C9FF91AF}" type="presParOf" srcId="{2D588399-C059-4372-A0F3-B49A30B0DE59}" destId="{04ACC816-A1A1-43CB-A73D-A3406C683A1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1B19A1-E2A0-4459-BDE7-2755FA08BA0D}">
      <dsp:nvSpPr>
        <dsp:cNvPr id="0" name=""/>
        <dsp:cNvSpPr/>
      </dsp:nvSpPr>
      <dsp:spPr>
        <a:xfrm>
          <a:off x="1714" y="826646"/>
          <a:ext cx="609082" cy="6090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7E1E97-54AD-43C6-B75D-1B84928A9331}">
      <dsp:nvSpPr>
        <dsp:cNvPr id="0" name=""/>
        <dsp:cNvSpPr/>
      </dsp:nvSpPr>
      <dsp:spPr>
        <a:xfrm>
          <a:off x="1714" y="1529702"/>
          <a:ext cx="1740234" cy="448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a:t>User Management:</a:t>
          </a:r>
          <a:endParaRPr lang="en-US" sz="1400" kern="1200"/>
        </a:p>
      </dsp:txBody>
      <dsp:txXfrm>
        <a:off x="1714" y="1529702"/>
        <a:ext cx="1740234" cy="448654"/>
      </dsp:txXfrm>
    </dsp:sp>
    <dsp:sp modelId="{A97F162F-6228-45E3-B947-8FFEC206AE83}">
      <dsp:nvSpPr>
        <dsp:cNvPr id="0" name=""/>
        <dsp:cNvSpPr/>
      </dsp:nvSpPr>
      <dsp:spPr>
        <a:xfrm>
          <a:off x="1714" y="2022064"/>
          <a:ext cx="1740234" cy="990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Add new students (Name, ID, Password, Year, Major).</a:t>
          </a:r>
        </a:p>
        <a:p>
          <a:pPr marL="0" lvl="0" indent="0" algn="l" defTabSz="488950">
            <a:lnSpc>
              <a:spcPct val="100000"/>
            </a:lnSpc>
            <a:spcBef>
              <a:spcPct val="0"/>
            </a:spcBef>
            <a:spcAft>
              <a:spcPct val="35000"/>
            </a:spcAft>
            <a:buNone/>
          </a:pPr>
          <a:r>
            <a:rPr lang="en-US" sz="1100" kern="1200"/>
            <a:t>Edit existing student information.</a:t>
          </a:r>
        </a:p>
        <a:p>
          <a:pPr marL="0" lvl="0" indent="0" algn="l" defTabSz="488950">
            <a:lnSpc>
              <a:spcPct val="100000"/>
            </a:lnSpc>
            <a:spcBef>
              <a:spcPct val="0"/>
            </a:spcBef>
            <a:spcAft>
              <a:spcPct val="35000"/>
            </a:spcAft>
            <a:buNone/>
          </a:pPr>
          <a:r>
            <a:rPr lang="en-US" sz="1100" kern="1200"/>
            <a:t>Delete students.</a:t>
          </a:r>
        </a:p>
      </dsp:txBody>
      <dsp:txXfrm>
        <a:off x="1714" y="2022064"/>
        <a:ext cx="1740234" cy="990010"/>
      </dsp:txXfrm>
    </dsp:sp>
    <dsp:sp modelId="{07290DAF-0994-4FE4-B8AF-8D6DFD69173B}">
      <dsp:nvSpPr>
        <dsp:cNvPr id="0" name=""/>
        <dsp:cNvSpPr/>
      </dsp:nvSpPr>
      <dsp:spPr>
        <a:xfrm>
          <a:off x="2046489" y="826646"/>
          <a:ext cx="609082" cy="6090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CE1A54-84B8-4B39-A171-B4022952B0D6}">
      <dsp:nvSpPr>
        <dsp:cNvPr id="0" name=""/>
        <dsp:cNvSpPr/>
      </dsp:nvSpPr>
      <dsp:spPr>
        <a:xfrm>
          <a:off x="2046489" y="1529702"/>
          <a:ext cx="1740234" cy="448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a:t>Grading Management:</a:t>
          </a:r>
          <a:endParaRPr lang="en-US" sz="1400" kern="1200"/>
        </a:p>
      </dsp:txBody>
      <dsp:txXfrm>
        <a:off x="2046489" y="1529702"/>
        <a:ext cx="1740234" cy="448654"/>
      </dsp:txXfrm>
    </dsp:sp>
    <dsp:sp modelId="{2552B839-FEF9-491A-AA68-603B076363FC}">
      <dsp:nvSpPr>
        <dsp:cNvPr id="0" name=""/>
        <dsp:cNvSpPr/>
      </dsp:nvSpPr>
      <dsp:spPr>
        <a:xfrm>
          <a:off x="2046489" y="2022064"/>
          <a:ext cx="1740234" cy="990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Record grades for students in their courses.</a:t>
          </a:r>
        </a:p>
        <a:p>
          <a:pPr marL="0" lvl="0" indent="0" algn="l" defTabSz="488950">
            <a:lnSpc>
              <a:spcPct val="100000"/>
            </a:lnSpc>
            <a:spcBef>
              <a:spcPct val="0"/>
            </a:spcBef>
            <a:spcAft>
              <a:spcPct val="35000"/>
            </a:spcAft>
            <a:buNone/>
          </a:pPr>
          <a:r>
            <a:rPr lang="en-US" sz="1100" kern="1200"/>
            <a:t>Grade Percentage to Letter Grading System.</a:t>
          </a:r>
        </a:p>
      </dsp:txBody>
      <dsp:txXfrm>
        <a:off x="2046489" y="2022064"/>
        <a:ext cx="1740234" cy="990010"/>
      </dsp:txXfrm>
    </dsp:sp>
    <dsp:sp modelId="{89EBA4D3-CBCA-48D7-BB66-F749CA85EE7C}">
      <dsp:nvSpPr>
        <dsp:cNvPr id="0" name=""/>
        <dsp:cNvSpPr/>
      </dsp:nvSpPr>
      <dsp:spPr>
        <a:xfrm>
          <a:off x="4091264" y="826646"/>
          <a:ext cx="609082" cy="6090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FE8F5D-5F82-407F-B495-197ECFB1FEEB}">
      <dsp:nvSpPr>
        <dsp:cNvPr id="0" name=""/>
        <dsp:cNvSpPr/>
      </dsp:nvSpPr>
      <dsp:spPr>
        <a:xfrm>
          <a:off x="4091264" y="1529702"/>
          <a:ext cx="1740234" cy="448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a:t>Student Enrollment:</a:t>
          </a:r>
          <a:endParaRPr lang="en-US" sz="1400" kern="1200"/>
        </a:p>
      </dsp:txBody>
      <dsp:txXfrm>
        <a:off x="4091264" y="1529702"/>
        <a:ext cx="1740234" cy="448654"/>
      </dsp:txXfrm>
    </dsp:sp>
    <dsp:sp modelId="{D3F41C6E-817B-4376-A7E6-C94F86EA9DC4}">
      <dsp:nvSpPr>
        <dsp:cNvPr id="0" name=""/>
        <dsp:cNvSpPr/>
      </dsp:nvSpPr>
      <dsp:spPr>
        <a:xfrm>
          <a:off x="4091264" y="2022064"/>
          <a:ext cx="1740234" cy="990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View a list of all enrolled students and their courses.</a:t>
          </a:r>
        </a:p>
      </dsp:txBody>
      <dsp:txXfrm>
        <a:off x="4091264" y="2022064"/>
        <a:ext cx="1740234" cy="990010"/>
      </dsp:txXfrm>
    </dsp:sp>
    <dsp:sp modelId="{22F5961F-961E-4D44-A1B7-8C38963D2201}">
      <dsp:nvSpPr>
        <dsp:cNvPr id="0" name=""/>
        <dsp:cNvSpPr/>
      </dsp:nvSpPr>
      <dsp:spPr>
        <a:xfrm>
          <a:off x="6136040" y="826646"/>
          <a:ext cx="609082" cy="60908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A25F19-A963-400D-A526-2F7AF33604EB}">
      <dsp:nvSpPr>
        <dsp:cNvPr id="0" name=""/>
        <dsp:cNvSpPr/>
      </dsp:nvSpPr>
      <dsp:spPr>
        <a:xfrm>
          <a:off x="6136040" y="1529702"/>
          <a:ext cx="1740234" cy="448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a:t>Schedule Management:</a:t>
          </a:r>
          <a:endParaRPr lang="en-US" sz="1400" kern="1200"/>
        </a:p>
      </dsp:txBody>
      <dsp:txXfrm>
        <a:off x="6136040" y="1529702"/>
        <a:ext cx="1740234" cy="448654"/>
      </dsp:txXfrm>
    </dsp:sp>
    <dsp:sp modelId="{B949D0C8-7A8F-42FB-AAFE-C2E212A693DA}">
      <dsp:nvSpPr>
        <dsp:cNvPr id="0" name=""/>
        <dsp:cNvSpPr/>
      </dsp:nvSpPr>
      <dsp:spPr>
        <a:xfrm>
          <a:off x="6136040" y="2022064"/>
          <a:ext cx="1740234" cy="990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Set up student schedules for each day of the week.</a:t>
          </a:r>
        </a:p>
      </dsp:txBody>
      <dsp:txXfrm>
        <a:off x="6136040" y="2022064"/>
        <a:ext cx="1740234" cy="990010"/>
      </dsp:txXfrm>
    </dsp:sp>
    <dsp:sp modelId="{D1EF0E77-9035-4729-81DC-ABAB361861DC}">
      <dsp:nvSpPr>
        <dsp:cNvPr id="0" name=""/>
        <dsp:cNvSpPr/>
      </dsp:nvSpPr>
      <dsp:spPr>
        <a:xfrm>
          <a:off x="8180815" y="826646"/>
          <a:ext cx="609082" cy="60908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BA8B7F-D1E2-41B5-8671-B28A6C3BE1A6}">
      <dsp:nvSpPr>
        <dsp:cNvPr id="0" name=""/>
        <dsp:cNvSpPr/>
      </dsp:nvSpPr>
      <dsp:spPr>
        <a:xfrm>
          <a:off x="8180815" y="1529702"/>
          <a:ext cx="1740234" cy="448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a:t>Feedback Management:</a:t>
          </a:r>
          <a:endParaRPr lang="en-US" sz="1400" kern="1200"/>
        </a:p>
      </dsp:txBody>
      <dsp:txXfrm>
        <a:off x="8180815" y="1529702"/>
        <a:ext cx="1740234" cy="448654"/>
      </dsp:txXfrm>
    </dsp:sp>
    <dsp:sp modelId="{3A9501D1-59C8-49AD-8EEA-29803C083B33}">
      <dsp:nvSpPr>
        <dsp:cNvPr id="0" name=""/>
        <dsp:cNvSpPr/>
      </dsp:nvSpPr>
      <dsp:spPr>
        <a:xfrm>
          <a:off x="8180815" y="2022064"/>
          <a:ext cx="1740234" cy="990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View and manage student feedback.</a:t>
          </a:r>
        </a:p>
      </dsp:txBody>
      <dsp:txXfrm>
        <a:off x="8180815" y="2022064"/>
        <a:ext cx="1740234" cy="9900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EB5FFD-559C-4CFD-B555-F4E2AAAA08A4}">
      <dsp:nvSpPr>
        <dsp:cNvPr id="0" name=""/>
        <dsp:cNvSpPr/>
      </dsp:nvSpPr>
      <dsp:spPr>
        <a:xfrm>
          <a:off x="0" y="87759"/>
          <a:ext cx="9922764" cy="417690"/>
        </a:xfrm>
        <a:prstGeom prst="roundRect">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Profile Management:</a:t>
          </a:r>
          <a:endParaRPr lang="en-US" sz="1700" kern="1200"/>
        </a:p>
      </dsp:txBody>
      <dsp:txXfrm>
        <a:off x="20390" y="108149"/>
        <a:ext cx="9881984" cy="376910"/>
      </dsp:txXfrm>
    </dsp:sp>
    <dsp:sp modelId="{BAB2B2A6-0D43-4300-92EE-D558A77D2B75}">
      <dsp:nvSpPr>
        <dsp:cNvPr id="0" name=""/>
        <dsp:cNvSpPr/>
      </dsp:nvSpPr>
      <dsp:spPr>
        <a:xfrm>
          <a:off x="0" y="505449"/>
          <a:ext cx="9922764" cy="44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5048"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View their student profile (name, ID, year, major)</a:t>
          </a:r>
        </a:p>
        <a:p>
          <a:pPr marL="114300" lvl="1" indent="-114300" algn="l" defTabSz="577850">
            <a:lnSpc>
              <a:spcPct val="90000"/>
            </a:lnSpc>
            <a:spcBef>
              <a:spcPct val="0"/>
            </a:spcBef>
            <a:spcAft>
              <a:spcPct val="20000"/>
            </a:spcAft>
            <a:buChar char="•"/>
          </a:pPr>
          <a:r>
            <a:rPr lang="en-US" sz="1300" kern="1200"/>
            <a:t>Change Password</a:t>
          </a:r>
        </a:p>
      </dsp:txBody>
      <dsp:txXfrm>
        <a:off x="0" y="505449"/>
        <a:ext cx="9922764" cy="448672"/>
      </dsp:txXfrm>
    </dsp:sp>
    <dsp:sp modelId="{A2CBD581-4765-4781-B9DD-F0F7A68A5351}">
      <dsp:nvSpPr>
        <dsp:cNvPr id="0" name=""/>
        <dsp:cNvSpPr/>
      </dsp:nvSpPr>
      <dsp:spPr>
        <a:xfrm>
          <a:off x="0" y="954122"/>
          <a:ext cx="9922764" cy="417690"/>
        </a:xfrm>
        <a:prstGeom prst="roundRect">
          <a:avLst/>
        </a:prstGeom>
        <a:solidFill>
          <a:schemeClr val="accent1">
            <a:shade val="80000"/>
            <a:hueOff val="-11843"/>
            <a:satOff val="237"/>
            <a:lumOff val="56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Course Management:</a:t>
          </a:r>
          <a:endParaRPr lang="en-US" sz="1700" kern="1200"/>
        </a:p>
      </dsp:txBody>
      <dsp:txXfrm>
        <a:off x="20390" y="974512"/>
        <a:ext cx="9881984" cy="376910"/>
      </dsp:txXfrm>
    </dsp:sp>
    <dsp:sp modelId="{21E8758C-C6CA-426D-BDF4-EAF06881EB59}">
      <dsp:nvSpPr>
        <dsp:cNvPr id="0" name=""/>
        <dsp:cNvSpPr/>
      </dsp:nvSpPr>
      <dsp:spPr>
        <a:xfrm>
          <a:off x="0" y="1371812"/>
          <a:ext cx="9922764"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5048"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View a list of available courses and enroll.</a:t>
          </a:r>
        </a:p>
      </dsp:txBody>
      <dsp:txXfrm>
        <a:off x="0" y="1371812"/>
        <a:ext cx="9922764" cy="281520"/>
      </dsp:txXfrm>
    </dsp:sp>
    <dsp:sp modelId="{89540E46-DBA5-46FF-B71D-CA7923D99392}">
      <dsp:nvSpPr>
        <dsp:cNvPr id="0" name=""/>
        <dsp:cNvSpPr/>
      </dsp:nvSpPr>
      <dsp:spPr>
        <a:xfrm>
          <a:off x="0" y="1653332"/>
          <a:ext cx="9922764" cy="417690"/>
        </a:xfrm>
        <a:prstGeom prst="roundRect">
          <a:avLst/>
        </a:prstGeom>
        <a:solidFill>
          <a:schemeClr val="accent1">
            <a:shade val="80000"/>
            <a:hueOff val="-23686"/>
            <a:satOff val="474"/>
            <a:lumOff val="113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Grade Management:</a:t>
          </a:r>
          <a:endParaRPr lang="en-US" sz="1700" kern="1200"/>
        </a:p>
      </dsp:txBody>
      <dsp:txXfrm>
        <a:off x="20390" y="1673722"/>
        <a:ext cx="9881984" cy="376910"/>
      </dsp:txXfrm>
    </dsp:sp>
    <dsp:sp modelId="{D0015868-602D-441E-BB9B-108EE728328D}">
      <dsp:nvSpPr>
        <dsp:cNvPr id="0" name=""/>
        <dsp:cNvSpPr/>
      </dsp:nvSpPr>
      <dsp:spPr>
        <a:xfrm>
          <a:off x="0" y="2071022"/>
          <a:ext cx="9922764"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5048"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View grades for each course and overall results.</a:t>
          </a:r>
        </a:p>
      </dsp:txBody>
      <dsp:txXfrm>
        <a:off x="0" y="2071022"/>
        <a:ext cx="9922764" cy="281520"/>
      </dsp:txXfrm>
    </dsp:sp>
    <dsp:sp modelId="{B8396A30-7B22-4C76-88A1-3927EF3DAC97}">
      <dsp:nvSpPr>
        <dsp:cNvPr id="0" name=""/>
        <dsp:cNvSpPr/>
      </dsp:nvSpPr>
      <dsp:spPr>
        <a:xfrm>
          <a:off x="0" y="2352542"/>
          <a:ext cx="9922764" cy="417690"/>
        </a:xfrm>
        <a:prstGeom prst="roundRect">
          <a:avLst/>
        </a:prstGeom>
        <a:solidFill>
          <a:schemeClr val="accent1">
            <a:shade val="80000"/>
            <a:hueOff val="-35528"/>
            <a:satOff val="711"/>
            <a:lumOff val="169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Schedule Management:</a:t>
          </a:r>
          <a:endParaRPr lang="en-US" sz="1700" kern="1200"/>
        </a:p>
      </dsp:txBody>
      <dsp:txXfrm>
        <a:off x="20390" y="2372932"/>
        <a:ext cx="9881984" cy="376910"/>
      </dsp:txXfrm>
    </dsp:sp>
    <dsp:sp modelId="{83321524-2E4D-4C78-A2B3-1C23881E82CC}">
      <dsp:nvSpPr>
        <dsp:cNvPr id="0" name=""/>
        <dsp:cNvSpPr/>
      </dsp:nvSpPr>
      <dsp:spPr>
        <a:xfrm>
          <a:off x="0" y="2770232"/>
          <a:ext cx="9922764"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5048"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View their personalized schedule.</a:t>
          </a:r>
        </a:p>
      </dsp:txBody>
      <dsp:txXfrm>
        <a:off x="0" y="2770232"/>
        <a:ext cx="9922764" cy="281520"/>
      </dsp:txXfrm>
    </dsp:sp>
    <dsp:sp modelId="{C3282E43-89C6-4F52-940F-9A3CFBE1EF63}">
      <dsp:nvSpPr>
        <dsp:cNvPr id="0" name=""/>
        <dsp:cNvSpPr/>
      </dsp:nvSpPr>
      <dsp:spPr>
        <a:xfrm>
          <a:off x="0" y="3051752"/>
          <a:ext cx="9922764" cy="417690"/>
        </a:xfrm>
        <a:prstGeom prst="roundRect">
          <a:avLst/>
        </a:prstGeom>
        <a:solidFill>
          <a:schemeClr val="accent1">
            <a:shade val="80000"/>
            <a:hueOff val="-47371"/>
            <a:satOff val="948"/>
            <a:lumOff val="226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Feedback Submission:</a:t>
          </a:r>
          <a:endParaRPr lang="en-US" sz="1700" kern="1200"/>
        </a:p>
      </dsp:txBody>
      <dsp:txXfrm>
        <a:off x="20390" y="3072142"/>
        <a:ext cx="9881984" cy="376910"/>
      </dsp:txXfrm>
    </dsp:sp>
    <dsp:sp modelId="{3F22505A-D358-4F6B-8AB7-DF56EFBD08B1}">
      <dsp:nvSpPr>
        <dsp:cNvPr id="0" name=""/>
        <dsp:cNvSpPr/>
      </dsp:nvSpPr>
      <dsp:spPr>
        <a:xfrm>
          <a:off x="0" y="3469442"/>
          <a:ext cx="9922764"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5048"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Submit Feedback to the admins</a:t>
          </a:r>
        </a:p>
      </dsp:txBody>
      <dsp:txXfrm>
        <a:off x="0" y="3469442"/>
        <a:ext cx="9922764" cy="2815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AC849-CF70-478B-8E26-5063EF509939}">
      <dsp:nvSpPr>
        <dsp:cNvPr id="0" name=""/>
        <dsp:cNvSpPr/>
      </dsp:nvSpPr>
      <dsp:spPr>
        <a:xfrm>
          <a:off x="890982" y="870682"/>
          <a:ext cx="981203" cy="9812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8130B5-3486-472D-B1C0-8579317DF2D8}">
      <dsp:nvSpPr>
        <dsp:cNvPr id="0" name=""/>
        <dsp:cNvSpPr/>
      </dsp:nvSpPr>
      <dsp:spPr>
        <a:xfrm>
          <a:off x="291358" y="2152113"/>
          <a:ext cx="21804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err="1"/>
            <a:t>Tkinter</a:t>
          </a:r>
          <a:r>
            <a:rPr lang="en-US" sz="1900" kern="1200"/>
            <a:t> GUI (User Interface)</a:t>
          </a:r>
        </a:p>
      </dsp:txBody>
      <dsp:txXfrm>
        <a:off x="291358" y="2152113"/>
        <a:ext cx="2180451" cy="720000"/>
      </dsp:txXfrm>
    </dsp:sp>
    <dsp:sp modelId="{613E6B78-4F14-46EB-BEAF-1B85A6AC5629}">
      <dsp:nvSpPr>
        <dsp:cNvPr id="0" name=""/>
        <dsp:cNvSpPr/>
      </dsp:nvSpPr>
      <dsp:spPr>
        <a:xfrm>
          <a:off x="3453013" y="870682"/>
          <a:ext cx="981203" cy="9812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DFA47E-344F-4224-9873-41E6B6771289}">
      <dsp:nvSpPr>
        <dsp:cNvPr id="0" name=""/>
        <dsp:cNvSpPr/>
      </dsp:nvSpPr>
      <dsp:spPr>
        <a:xfrm>
          <a:off x="2853389" y="2152113"/>
          <a:ext cx="21804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Data Storage (JSON Files)</a:t>
          </a:r>
        </a:p>
      </dsp:txBody>
      <dsp:txXfrm>
        <a:off x="2853389" y="2152113"/>
        <a:ext cx="2180451" cy="720000"/>
      </dsp:txXfrm>
    </dsp:sp>
    <dsp:sp modelId="{E0C9F01A-0779-44C5-8A26-3F6F15DBA686}">
      <dsp:nvSpPr>
        <dsp:cNvPr id="0" name=""/>
        <dsp:cNvSpPr/>
      </dsp:nvSpPr>
      <dsp:spPr>
        <a:xfrm>
          <a:off x="6015044" y="870682"/>
          <a:ext cx="981203" cy="98120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ACC816-A1A1-43CB-A73D-A3406C683A1E}">
      <dsp:nvSpPr>
        <dsp:cNvPr id="0" name=""/>
        <dsp:cNvSpPr/>
      </dsp:nvSpPr>
      <dsp:spPr>
        <a:xfrm>
          <a:off x="5415420" y="2152113"/>
          <a:ext cx="21804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Password Hashing (SHA-256) </a:t>
          </a:r>
        </a:p>
      </dsp:txBody>
      <dsp:txXfrm>
        <a:off x="5415420" y="2152113"/>
        <a:ext cx="2180451"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1E45834-53BD-4C8F-B791-CD5378F4150E}" type="datetimeFigureOut">
              <a:rPr lang="en-US" smtClean="0"/>
              <a:t>12/21/2024</a:t>
            </a:fld>
            <a:endParaRPr lang="en-US"/>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901621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A1E45834-53BD-4C8F-B791-CD5378F4150E}" type="datetimeFigureOut">
              <a:rPr lang="en-US" smtClean="0"/>
              <a:t>12/21/2024</a:t>
            </a:fld>
            <a:endParaRPr lang="en-US"/>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047160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A1E45834-53BD-4C8F-B791-CD5378F4150E}" type="datetimeFigureOut">
              <a:rPr lang="en-US" smtClean="0"/>
              <a:t>12/21/2024</a:t>
            </a:fld>
            <a:endParaRPr lang="en-US"/>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098260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A1E45834-53BD-4C8F-B791-CD5378F4150E}" type="datetimeFigureOut">
              <a:rPr lang="en-US" smtClean="0"/>
              <a:t>12/21/2024</a:t>
            </a:fld>
            <a:endParaRPr lang="en-US"/>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035265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1E45834-53BD-4C8F-B791-CD5378F4150E}" type="datetimeFigureOut">
              <a:rPr lang="en-US" smtClean="0"/>
              <a:t>12/21/2024</a:t>
            </a:fld>
            <a:endParaRPr lang="en-US"/>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04826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A1E45834-53BD-4C8F-B791-CD5378F4150E}" type="datetimeFigureOut">
              <a:rPr lang="en-US" smtClean="0"/>
              <a:t>12/21/2024</a:t>
            </a:fld>
            <a:endParaRPr lang="en-US"/>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988290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A1E45834-53BD-4C8F-B791-CD5378F4150E}" type="datetimeFigureOut">
              <a:rPr lang="en-US" smtClean="0"/>
              <a:t>12/21/2024</a:t>
            </a:fld>
            <a:endParaRPr lang="en-US"/>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187903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A1E45834-53BD-4C8F-B791-CD5378F4150E}" type="datetimeFigureOut">
              <a:rPr lang="en-US" smtClean="0"/>
              <a:t>12/21/2024</a:t>
            </a:fld>
            <a:endParaRPr lang="en-US"/>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885273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A1E45834-53BD-4C8F-B791-CD5378F4150E}" type="datetimeFigureOut">
              <a:rPr lang="en-US" smtClean="0"/>
              <a:t>12/21/2024</a:t>
            </a:fld>
            <a:endParaRPr lang="en-US"/>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956233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A1E45834-53BD-4C8F-B791-CD5378F4150E}" type="datetimeFigureOut">
              <a:rPr lang="en-US" smtClean="0"/>
              <a:t>12/21/2024</a:t>
            </a:fld>
            <a:endParaRPr lang="en-US"/>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808312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A1E45834-53BD-4C8F-B791-CD5378F4150E}" type="datetimeFigureOut">
              <a:rPr lang="en-US" smtClean="0"/>
              <a:t>12/21/2024</a:t>
            </a:fld>
            <a:endParaRPr lang="en-US"/>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a:t>
            </a:fld>
            <a:endParaRPr lang="en-US"/>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0642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A1E45834-53BD-4C8F-B791-CD5378F4150E}" type="datetimeFigureOut">
              <a:rPr lang="en-US" smtClean="0"/>
              <a:t>12/21/2024</a:t>
            </a:fld>
            <a:endParaRPr lang="en-US"/>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a:t>
            </a:fld>
            <a:endParaRPr lang="en-US"/>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18233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CE54A2A-DF49-4800-82E7-3AF9353F8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125ED7-F0CF-40D9-8C60-51E188053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131 Graduate School Closed Stock Photos - Free &amp; Royalty-Free Stock Photos  from Dreamstime">
            <a:extLst>
              <a:ext uri="{FF2B5EF4-FFF2-40B4-BE49-F238E27FC236}">
                <a16:creationId xmlns:a16="http://schemas.microsoft.com/office/drawing/2014/main" id="{D8CCE127-D838-9F6D-D705-EDF70DADB06F}"/>
              </a:ext>
            </a:extLst>
          </p:cNvPr>
          <p:cNvPicPr>
            <a:picLocks noChangeAspect="1"/>
          </p:cNvPicPr>
          <p:nvPr/>
        </p:nvPicPr>
        <p:blipFill>
          <a:blip r:embed="rId2">
            <a:alphaModFix amt="60000"/>
          </a:blip>
          <a:srcRect t="6250"/>
          <a:stretch/>
        </p:blipFill>
        <p:spPr>
          <a:xfrm>
            <a:off x="20" y="10"/>
            <a:ext cx="12191980" cy="6857990"/>
          </a:xfrm>
          <a:prstGeom prst="rect">
            <a:avLst/>
          </a:prstGeom>
        </p:spPr>
      </p:pic>
      <p:sp>
        <p:nvSpPr>
          <p:cNvPr id="2" name="Title 1"/>
          <p:cNvSpPr>
            <a:spLocks noGrp="1"/>
          </p:cNvSpPr>
          <p:nvPr>
            <p:ph type="ctrTitle"/>
          </p:nvPr>
        </p:nvSpPr>
        <p:spPr>
          <a:xfrm>
            <a:off x="1052146" y="1077626"/>
            <a:ext cx="9958754" cy="3317443"/>
          </a:xfrm>
        </p:spPr>
        <p:txBody>
          <a:bodyPr anchor="t">
            <a:normAutofit/>
          </a:bodyPr>
          <a:lstStyle/>
          <a:p>
            <a:r>
              <a:rPr lang="en-US" sz="8000" dirty="0">
                <a:solidFill>
                  <a:srgbClr val="FFFFFF"/>
                </a:solidFill>
              </a:rPr>
              <a:t>School Management System</a:t>
            </a:r>
          </a:p>
        </p:txBody>
      </p:sp>
      <p:sp>
        <p:nvSpPr>
          <p:cNvPr id="3" name="Subtitle 2"/>
          <p:cNvSpPr>
            <a:spLocks noGrp="1"/>
          </p:cNvSpPr>
          <p:nvPr>
            <p:ph type="subTitle" idx="1"/>
          </p:nvPr>
        </p:nvSpPr>
        <p:spPr>
          <a:xfrm>
            <a:off x="610229" y="4179216"/>
            <a:ext cx="10970047" cy="1263047"/>
          </a:xfrm>
        </p:spPr>
        <p:txBody>
          <a:bodyPr vert="horz" lIns="91440" tIns="45720" rIns="91440" bIns="45720" rtlCol="0" anchor="b">
            <a:noAutofit/>
          </a:bodyPr>
          <a:lstStyle/>
          <a:p>
            <a:pPr>
              <a:lnSpc>
                <a:spcPct val="110000"/>
              </a:lnSpc>
            </a:pPr>
            <a:r>
              <a:rPr lang="en-US" sz="1800" b="1" dirty="0">
                <a:solidFill>
                  <a:srgbClr val="FFFFFF"/>
                </a:solidFill>
              </a:rPr>
              <a:t>Presented by: Jomana Hesham , Nadine Basha , Joury Ashry , Laila Elsharkawy, and Jana Mahdy</a:t>
            </a:r>
            <a:endParaRPr lang="en-US" sz="1800" b="1" dirty="0">
              <a:solidFill>
                <a:srgbClr val="000000"/>
              </a:solidFill>
            </a:endParaRPr>
          </a:p>
        </p:txBody>
      </p:sp>
      <p:cxnSp>
        <p:nvCxnSpPr>
          <p:cNvPr id="13" name="Straight Connector 12">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206934"/>
            <a:ext cx="804195" cy="0"/>
          </a:xfrm>
          <a:prstGeom prst="line">
            <a:avLst/>
          </a:prstGeom>
          <a:ln w="12382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12145F0-5149-412D-9A3F-1E3051B39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9B1B6F-37A3-7D8F-6007-364343FB1132}"/>
              </a:ext>
            </a:extLst>
          </p:cNvPr>
          <p:cNvSpPr>
            <a:spLocks noGrp="1"/>
          </p:cNvSpPr>
          <p:nvPr>
            <p:ph type="title"/>
          </p:nvPr>
        </p:nvSpPr>
        <p:spPr>
          <a:xfrm>
            <a:off x="1090940" y="1097279"/>
            <a:ext cx="10529560" cy="1225587"/>
          </a:xfrm>
        </p:spPr>
        <p:txBody>
          <a:bodyPr>
            <a:normAutofit/>
          </a:bodyPr>
          <a:lstStyle/>
          <a:p>
            <a:r>
              <a:rPr lang="en-US" sz="4000" dirty="0"/>
              <a:t>Introduction </a:t>
            </a:r>
          </a:p>
        </p:txBody>
      </p:sp>
      <p:cxnSp>
        <p:nvCxnSpPr>
          <p:cNvPr id="12" name="Straight Connector 11">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5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2B89FE5-3BCB-EB0B-57F1-4A6DAE53322A}"/>
              </a:ext>
            </a:extLst>
          </p:cNvPr>
          <p:cNvSpPr>
            <a:spLocks noGrp="1"/>
          </p:cNvSpPr>
          <p:nvPr>
            <p:ph idx="1"/>
          </p:nvPr>
        </p:nvSpPr>
        <p:spPr>
          <a:xfrm>
            <a:off x="491799" y="1717384"/>
            <a:ext cx="11125402" cy="4939817"/>
          </a:xfrm>
        </p:spPr>
        <p:txBody>
          <a:bodyPr vert="horz" lIns="91440" tIns="45720" rIns="91440" bIns="45720" rtlCol="0" anchor="t">
            <a:normAutofit fontScale="92500"/>
          </a:bodyPr>
          <a:lstStyle/>
          <a:p>
            <a:r>
              <a:rPr lang="en-US" sz="1200" dirty="0">
                <a:ea typeface="+mn-lt"/>
                <a:cs typeface="+mn-lt"/>
              </a:rPr>
              <a:t>A </a:t>
            </a:r>
            <a:r>
              <a:rPr lang="en-US" sz="1200" b="1" dirty="0">
                <a:ea typeface="+mn-lt"/>
                <a:cs typeface="+mn-lt"/>
              </a:rPr>
              <a:t>School Management System</a:t>
            </a:r>
            <a:r>
              <a:rPr lang="en-US" sz="1200" dirty="0">
                <a:ea typeface="+mn-lt"/>
                <a:cs typeface="+mn-lt"/>
              </a:rPr>
              <a:t> is a software application designed to streamline and simplify the administrative and academic operations of educational institutions. It provides a centralized platform to efficiently manage various aspects such as student data, grades, schedules, and feedback, ensuring better organization and accessibility of information.</a:t>
            </a:r>
            <a:endParaRPr lang="en-US" sz="1200" dirty="0"/>
          </a:p>
          <a:p>
            <a:r>
              <a:rPr lang="en-US" b="1" dirty="0"/>
              <a:t>Purpose of the Application</a:t>
            </a:r>
            <a:endParaRPr lang="en-US" dirty="0"/>
          </a:p>
          <a:p>
            <a:r>
              <a:rPr lang="en-US" sz="1200" dirty="0">
                <a:ea typeface="+mn-lt"/>
                <a:cs typeface="+mn-lt"/>
              </a:rPr>
              <a:t>The primary goal of this system is to:</a:t>
            </a:r>
            <a:endParaRPr lang="en-US" dirty="0"/>
          </a:p>
          <a:p>
            <a:r>
              <a:rPr lang="en-US" sz="1200" dirty="0">
                <a:ea typeface="+mn-lt"/>
                <a:cs typeface="+mn-lt"/>
              </a:rPr>
              <a:t>Facilitate the management of student data, including enrollment and personal details.</a:t>
            </a:r>
            <a:endParaRPr lang="en-US" dirty="0"/>
          </a:p>
          <a:p>
            <a:r>
              <a:rPr lang="en-US" sz="1200" dirty="0">
                <a:ea typeface="+mn-lt"/>
                <a:cs typeface="+mn-lt"/>
              </a:rPr>
              <a:t>Track and update student grades to ensure academic performance monitoring.</a:t>
            </a:r>
            <a:endParaRPr lang="en-US" dirty="0"/>
          </a:p>
          <a:p>
            <a:r>
              <a:rPr lang="en-US" sz="1200" dirty="0">
                <a:ea typeface="+mn-lt"/>
                <a:cs typeface="+mn-lt"/>
              </a:rPr>
              <a:t>Organize and display schedules for classes and exams.</a:t>
            </a:r>
            <a:endParaRPr lang="en-US" dirty="0"/>
          </a:p>
          <a:p>
            <a:r>
              <a:rPr lang="en-US" sz="1200" dirty="0">
                <a:ea typeface="+mn-lt"/>
                <a:cs typeface="+mn-lt"/>
              </a:rPr>
              <a:t>Collect and manage feedback from students and staff for continuous improvement.</a:t>
            </a:r>
            <a:endParaRPr lang="en-US" dirty="0"/>
          </a:p>
          <a:p>
            <a:r>
              <a:rPr lang="en-US" b="1" dirty="0"/>
              <a:t>Target Users</a:t>
            </a:r>
            <a:endParaRPr lang="en-US" dirty="0"/>
          </a:p>
          <a:p>
            <a:r>
              <a:rPr lang="en-US" sz="1200" b="1" dirty="0">
                <a:ea typeface="+mn-lt"/>
                <a:cs typeface="+mn-lt"/>
              </a:rPr>
              <a:t>School Administrators</a:t>
            </a:r>
            <a:r>
              <a:rPr lang="en-US" sz="1200" dirty="0">
                <a:ea typeface="+mn-lt"/>
                <a:cs typeface="+mn-lt"/>
              </a:rPr>
              <a:t>: For managing records, generating reports, and maintaining the operational flow.</a:t>
            </a:r>
            <a:endParaRPr lang="en-US" dirty="0"/>
          </a:p>
          <a:p>
            <a:r>
              <a:rPr lang="en-US" sz="1200" b="1" dirty="0">
                <a:ea typeface="+mn-lt"/>
                <a:cs typeface="+mn-lt"/>
              </a:rPr>
              <a:t>Students</a:t>
            </a:r>
            <a:r>
              <a:rPr lang="en-US" sz="1200" dirty="0">
                <a:ea typeface="+mn-lt"/>
                <a:cs typeface="+mn-lt"/>
              </a:rPr>
              <a:t>: To access their grades, schedules, and provide feedback.</a:t>
            </a:r>
            <a:endParaRPr lang="en-US" dirty="0"/>
          </a:p>
          <a:p>
            <a:r>
              <a:rPr lang="en-US" b="1" dirty="0"/>
              <a:t>Technology Used</a:t>
            </a:r>
            <a:endParaRPr lang="en-US" dirty="0"/>
          </a:p>
          <a:p>
            <a:r>
              <a:rPr lang="en-US" sz="1200" dirty="0">
                <a:ea typeface="+mn-lt"/>
                <a:cs typeface="+mn-lt"/>
              </a:rPr>
              <a:t>The system is built using the </a:t>
            </a:r>
            <a:r>
              <a:rPr lang="en-US" sz="1200" b="1" dirty="0" err="1">
                <a:ea typeface="+mn-lt"/>
                <a:cs typeface="+mn-lt"/>
              </a:rPr>
              <a:t>Tkinter</a:t>
            </a:r>
            <a:r>
              <a:rPr lang="en-US" sz="1200" b="1" dirty="0">
                <a:ea typeface="+mn-lt"/>
                <a:cs typeface="+mn-lt"/>
              </a:rPr>
              <a:t> library in Python</a:t>
            </a:r>
            <a:r>
              <a:rPr lang="en-US" sz="1200" dirty="0">
                <a:ea typeface="+mn-lt"/>
                <a:cs typeface="+mn-lt"/>
              </a:rPr>
              <a:t>, providing a user-friendly graphical interface for seamless interaction between users and the application.</a:t>
            </a:r>
            <a:endParaRPr lang="en-US" dirty="0"/>
          </a:p>
        </p:txBody>
      </p:sp>
    </p:spTree>
    <p:extLst>
      <p:ext uri="{BB962C8B-B14F-4D97-AF65-F5344CB8AC3E}">
        <p14:creationId xmlns:p14="http://schemas.microsoft.com/office/powerpoint/2010/main" val="3530245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9D955-7991-F3F6-BBDB-CE4C3159AB67}"/>
              </a:ext>
            </a:extLst>
          </p:cNvPr>
          <p:cNvSpPr>
            <a:spLocks noGrp="1"/>
          </p:cNvSpPr>
          <p:nvPr>
            <p:ph type="title"/>
          </p:nvPr>
        </p:nvSpPr>
        <p:spPr/>
        <p:txBody>
          <a:bodyPr/>
          <a:lstStyle/>
          <a:p>
            <a:r>
              <a:rPr lang="en-US" dirty="0"/>
              <a:t>Key Features - Admin</a:t>
            </a:r>
          </a:p>
        </p:txBody>
      </p:sp>
      <p:graphicFrame>
        <p:nvGraphicFramePr>
          <p:cNvPr id="7" name="Content Placeholder 2">
            <a:extLst>
              <a:ext uri="{FF2B5EF4-FFF2-40B4-BE49-F238E27FC236}">
                <a16:creationId xmlns:a16="http://schemas.microsoft.com/office/drawing/2014/main" id="{292F68D1-127B-20B4-FEF8-81EBC45267FD}"/>
              </a:ext>
            </a:extLst>
          </p:cNvPr>
          <p:cNvGraphicFramePr>
            <a:graphicFrameLocks noGrp="1"/>
          </p:cNvGraphicFramePr>
          <p:nvPr>
            <p:ph idx="1"/>
          </p:nvPr>
        </p:nvGraphicFramePr>
        <p:xfrm>
          <a:off x="1088136" y="2447778"/>
          <a:ext cx="9922764" cy="38387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1987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83073-05B6-DF72-903E-E9197ADFE427}"/>
              </a:ext>
            </a:extLst>
          </p:cNvPr>
          <p:cNvSpPr>
            <a:spLocks noGrp="1"/>
          </p:cNvSpPr>
          <p:nvPr>
            <p:ph type="title"/>
          </p:nvPr>
        </p:nvSpPr>
        <p:spPr/>
        <p:txBody>
          <a:bodyPr/>
          <a:lstStyle/>
          <a:p>
            <a:r>
              <a:rPr lang="en-US" dirty="0"/>
              <a:t>Key Features - Student</a:t>
            </a:r>
          </a:p>
        </p:txBody>
      </p:sp>
      <p:graphicFrame>
        <p:nvGraphicFramePr>
          <p:cNvPr id="7" name="Content Placeholder 2">
            <a:extLst>
              <a:ext uri="{FF2B5EF4-FFF2-40B4-BE49-F238E27FC236}">
                <a16:creationId xmlns:a16="http://schemas.microsoft.com/office/drawing/2014/main" id="{48DDA40C-6F84-3876-57CA-319420B3ED6D}"/>
              </a:ext>
            </a:extLst>
          </p:cNvPr>
          <p:cNvGraphicFramePr>
            <a:graphicFrameLocks noGrp="1"/>
          </p:cNvGraphicFramePr>
          <p:nvPr>
            <p:ph idx="1"/>
            <p:extLst>
              <p:ext uri="{D42A27DB-BD31-4B8C-83A1-F6EECF244321}">
                <p14:modId xmlns:p14="http://schemas.microsoft.com/office/powerpoint/2010/main" val="604231591"/>
              </p:ext>
            </p:extLst>
          </p:nvPr>
        </p:nvGraphicFramePr>
        <p:xfrm>
          <a:off x="1088136" y="2447778"/>
          <a:ext cx="9922764" cy="38387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78718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FC540-B4D6-0AC9-7CB8-AE9198B9849C}"/>
              </a:ext>
            </a:extLst>
          </p:cNvPr>
          <p:cNvSpPr>
            <a:spLocks noGrp="1"/>
          </p:cNvSpPr>
          <p:nvPr>
            <p:ph type="title"/>
          </p:nvPr>
        </p:nvSpPr>
        <p:spPr>
          <a:xfrm>
            <a:off x="1011936" y="935736"/>
            <a:ext cx="9890066" cy="1294228"/>
          </a:xfrm>
        </p:spPr>
        <p:txBody>
          <a:bodyPr/>
          <a:lstStyle/>
          <a:p>
            <a:r>
              <a:rPr lang="en-US" dirty="0"/>
              <a:t>System Architecture</a:t>
            </a:r>
          </a:p>
        </p:txBody>
      </p:sp>
      <p:graphicFrame>
        <p:nvGraphicFramePr>
          <p:cNvPr id="131" name="Content Placeholder 130">
            <a:extLst>
              <a:ext uri="{FF2B5EF4-FFF2-40B4-BE49-F238E27FC236}">
                <a16:creationId xmlns:a16="http://schemas.microsoft.com/office/drawing/2014/main" id="{1C23A646-DA3E-6558-1219-942539CF4E92}"/>
              </a:ext>
            </a:extLst>
          </p:cNvPr>
          <p:cNvGraphicFramePr>
            <a:graphicFrameLocks noGrp="1"/>
          </p:cNvGraphicFramePr>
          <p:nvPr>
            <p:ph sz="half" idx="2"/>
            <p:extLst>
              <p:ext uri="{D42A27DB-BD31-4B8C-83A1-F6EECF244321}">
                <p14:modId xmlns:p14="http://schemas.microsoft.com/office/powerpoint/2010/main" val="3406197210"/>
              </p:ext>
            </p:extLst>
          </p:nvPr>
        </p:nvGraphicFramePr>
        <p:xfrm>
          <a:off x="2150533" y="932921"/>
          <a:ext cx="7887230" cy="37427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52" name="TextBox 251">
            <a:extLst>
              <a:ext uri="{FF2B5EF4-FFF2-40B4-BE49-F238E27FC236}">
                <a16:creationId xmlns:a16="http://schemas.microsoft.com/office/drawing/2014/main" id="{8E300369-1196-A011-E562-4E5C3A7457CD}"/>
              </a:ext>
            </a:extLst>
          </p:cNvPr>
          <p:cNvSpPr txBox="1"/>
          <p:nvPr/>
        </p:nvSpPr>
        <p:spPr>
          <a:xfrm>
            <a:off x="2150533" y="3848100"/>
            <a:ext cx="2527300"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ea typeface="+mn-lt"/>
                <a:cs typeface="+mn-lt"/>
              </a:rPr>
              <a:t>The application uses </a:t>
            </a:r>
            <a:r>
              <a:rPr lang="en-US" sz="1400" err="1">
                <a:ea typeface="+mn-lt"/>
                <a:cs typeface="+mn-lt"/>
              </a:rPr>
              <a:t>Tkinter</a:t>
            </a:r>
            <a:r>
              <a:rPr lang="en-US" sz="1400" dirty="0">
                <a:ea typeface="+mn-lt"/>
                <a:cs typeface="+mn-lt"/>
              </a:rPr>
              <a:t>, a Python library for building graphical user interfaces, to create an interactive platform. This is where school administrators and students interact with the system to manage and view data such as grades, schedules, and feedback.</a:t>
            </a:r>
            <a:endParaRPr lang="en-US" sz="1600"/>
          </a:p>
        </p:txBody>
      </p:sp>
      <p:sp>
        <p:nvSpPr>
          <p:cNvPr id="253" name="TextBox 252">
            <a:extLst>
              <a:ext uri="{FF2B5EF4-FFF2-40B4-BE49-F238E27FC236}">
                <a16:creationId xmlns:a16="http://schemas.microsoft.com/office/drawing/2014/main" id="{5392D8EB-F53E-3992-B4D2-DE8A258DA58D}"/>
              </a:ext>
            </a:extLst>
          </p:cNvPr>
          <p:cNvSpPr txBox="1"/>
          <p:nvPr/>
        </p:nvSpPr>
        <p:spPr>
          <a:xfrm>
            <a:off x="4940300" y="3860800"/>
            <a:ext cx="2298700"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ea typeface="+mn-lt"/>
                <a:cs typeface="+mn-lt"/>
              </a:rPr>
              <a:t>All data, such as student details, grades, schedules, and feedback, is stored in JSON files. JSON provides a lightweight and human-readable format for data storage, making it easy to update and retrieve information programmatically.</a:t>
            </a:r>
            <a:endParaRPr lang="en-US" sz="1600"/>
          </a:p>
        </p:txBody>
      </p:sp>
      <p:sp>
        <p:nvSpPr>
          <p:cNvPr id="254" name="TextBox 253">
            <a:extLst>
              <a:ext uri="{FF2B5EF4-FFF2-40B4-BE49-F238E27FC236}">
                <a16:creationId xmlns:a16="http://schemas.microsoft.com/office/drawing/2014/main" id="{F9405902-DDA6-3132-F920-F95A926AB096}"/>
              </a:ext>
            </a:extLst>
          </p:cNvPr>
          <p:cNvSpPr txBox="1"/>
          <p:nvPr/>
        </p:nvSpPr>
        <p:spPr>
          <a:xfrm>
            <a:off x="7620000" y="3856567"/>
            <a:ext cx="2209800" cy="27699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ea typeface="+mn-lt"/>
                <a:cs typeface="+mn-lt"/>
              </a:rPr>
              <a:t>To ensure security, user passwords are hashed using the SHA-256 algorithm before storing them. This prevents plain-text passwords from being exposed, as only the hashed version is saved. Even if  unauthorized access occurs, the hashed data is computationally infeasible to reverse, providing an additional layer of security.</a:t>
            </a:r>
            <a:endParaRPr lang="en-US" sz="1200"/>
          </a:p>
          <a:p>
            <a:endParaRPr lang="en-US" dirty="0"/>
          </a:p>
        </p:txBody>
      </p:sp>
    </p:spTree>
    <p:extLst>
      <p:ext uri="{BB962C8B-B14F-4D97-AF65-F5344CB8AC3E}">
        <p14:creationId xmlns:p14="http://schemas.microsoft.com/office/powerpoint/2010/main" val="974659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30616-38E0-356C-C878-60E6DB3B2C77}"/>
              </a:ext>
            </a:extLst>
          </p:cNvPr>
          <p:cNvSpPr>
            <a:spLocks noGrp="1"/>
          </p:cNvSpPr>
          <p:nvPr>
            <p:ph type="title"/>
          </p:nvPr>
        </p:nvSpPr>
        <p:spPr>
          <a:xfrm>
            <a:off x="1003469" y="810845"/>
            <a:ext cx="9922764" cy="1294228"/>
          </a:xfrm>
        </p:spPr>
        <p:txBody>
          <a:bodyPr/>
          <a:lstStyle/>
          <a:p>
            <a:r>
              <a:rPr lang="en-US" dirty="0"/>
              <a:t>Data Management</a:t>
            </a:r>
          </a:p>
        </p:txBody>
      </p:sp>
      <p:sp>
        <p:nvSpPr>
          <p:cNvPr id="3" name="Content Placeholder 2">
            <a:extLst>
              <a:ext uri="{FF2B5EF4-FFF2-40B4-BE49-F238E27FC236}">
                <a16:creationId xmlns:a16="http://schemas.microsoft.com/office/drawing/2014/main" id="{8F517882-3DF6-FD3D-DC18-FC550E3323BF}"/>
              </a:ext>
            </a:extLst>
          </p:cNvPr>
          <p:cNvSpPr>
            <a:spLocks noGrp="1"/>
          </p:cNvSpPr>
          <p:nvPr>
            <p:ph idx="1"/>
          </p:nvPr>
        </p:nvSpPr>
        <p:spPr>
          <a:xfrm>
            <a:off x="884936" y="1626511"/>
            <a:ext cx="9922764" cy="3838722"/>
          </a:xfrm>
        </p:spPr>
        <p:txBody>
          <a:bodyPr vert="horz" lIns="91440" tIns="45720" rIns="91440" bIns="45720" rtlCol="0" anchor="t">
            <a:noAutofit/>
          </a:bodyPr>
          <a:lstStyle/>
          <a:p>
            <a:r>
              <a:rPr lang="en-US" sz="1250" b="1" dirty="0">
                <a:ea typeface="+mn-lt"/>
                <a:cs typeface="+mn-lt"/>
              </a:rPr>
              <a:t>Data Persistence Using JSON Format:</a:t>
            </a:r>
            <a:endParaRPr lang="en-US" sz="1250" dirty="0">
              <a:ea typeface="+mn-lt"/>
              <a:cs typeface="+mn-lt"/>
            </a:endParaRPr>
          </a:p>
          <a:p>
            <a:r>
              <a:rPr lang="en-US" sz="1250" dirty="0">
                <a:ea typeface="+mn-lt"/>
                <a:cs typeface="+mn-lt"/>
              </a:rPr>
              <a:t>The system ensures data persistence by storing information in </a:t>
            </a:r>
            <a:r>
              <a:rPr lang="en-US" sz="1250" b="1" dirty="0">
                <a:ea typeface="+mn-lt"/>
                <a:cs typeface="+mn-lt"/>
              </a:rPr>
              <a:t>JSON files</a:t>
            </a:r>
            <a:r>
              <a:rPr lang="en-US" sz="1250" dirty="0">
                <a:ea typeface="+mn-lt"/>
                <a:cs typeface="+mn-lt"/>
              </a:rPr>
              <a:t>, which allows structured, readable, and portable data storage. This format is used for:</a:t>
            </a:r>
          </a:p>
          <a:p>
            <a:r>
              <a:rPr lang="en-US" sz="1250" b="1" dirty="0">
                <a:ea typeface="+mn-lt"/>
                <a:cs typeface="+mn-lt"/>
              </a:rPr>
              <a:t>Students Data:</a:t>
            </a:r>
            <a:r>
              <a:rPr lang="en-US" sz="1250" dirty="0">
                <a:ea typeface="+mn-lt"/>
                <a:cs typeface="+mn-lt"/>
              </a:rPr>
              <a:t> Personal details such as names, IDs, and contact information.</a:t>
            </a:r>
          </a:p>
          <a:p>
            <a:r>
              <a:rPr lang="en-US" sz="1250" b="1" dirty="0">
                <a:ea typeface="+mn-lt"/>
                <a:cs typeface="+mn-lt"/>
              </a:rPr>
              <a:t>Grades Data:</a:t>
            </a:r>
            <a:r>
              <a:rPr lang="en-US" sz="1250" dirty="0">
                <a:ea typeface="+mn-lt"/>
                <a:cs typeface="+mn-lt"/>
              </a:rPr>
              <a:t> Records of student grades across various subjects.</a:t>
            </a:r>
          </a:p>
          <a:p>
            <a:r>
              <a:rPr lang="en-US" sz="1250" b="1" dirty="0">
                <a:ea typeface="+mn-lt"/>
                <a:cs typeface="+mn-lt"/>
              </a:rPr>
              <a:t>Schedules Data:</a:t>
            </a:r>
            <a:r>
              <a:rPr lang="en-US" sz="1250" dirty="0">
                <a:ea typeface="+mn-lt"/>
                <a:cs typeface="+mn-lt"/>
              </a:rPr>
              <a:t> Timetables for classes and exams.</a:t>
            </a:r>
          </a:p>
          <a:p>
            <a:r>
              <a:rPr lang="en-US" sz="1250" b="1" dirty="0">
                <a:ea typeface="+mn-lt"/>
                <a:cs typeface="+mn-lt"/>
              </a:rPr>
              <a:t>Feedback Data:</a:t>
            </a:r>
            <a:r>
              <a:rPr lang="en-US" sz="1250" dirty="0">
                <a:ea typeface="+mn-lt"/>
                <a:cs typeface="+mn-lt"/>
              </a:rPr>
              <a:t> Inputs and suggestions provided by students and administrators.</a:t>
            </a:r>
          </a:p>
          <a:p>
            <a:r>
              <a:rPr lang="en-US" sz="1250" b="1" dirty="0">
                <a:ea typeface="+mn-lt"/>
                <a:cs typeface="+mn-lt"/>
              </a:rPr>
              <a:t>Files Saved on the System:</a:t>
            </a:r>
            <a:endParaRPr lang="en-US" sz="1250" dirty="0">
              <a:ea typeface="+mn-lt"/>
              <a:cs typeface="+mn-lt"/>
            </a:endParaRPr>
          </a:p>
          <a:p>
            <a:r>
              <a:rPr lang="en-US" sz="1250" dirty="0">
                <a:ea typeface="+mn-lt"/>
                <a:cs typeface="+mn-lt"/>
              </a:rPr>
              <a:t>All JSON files are saved locally on the user’s system, ensuring quick access and retrieval without the need for external databases.</a:t>
            </a:r>
          </a:p>
          <a:p>
            <a:r>
              <a:rPr lang="en-US" sz="1250" b="1" dirty="0">
                <a:ea typeface="+mn-lt"/>
                <a:cs typeface="+mn-lt"/>
              </a:rPr>
              <a:t>Data Loading and Saving:</a:t>
            </a:r>
            <a:endParaRPr lang="en-US" sz="1250" dirty="0">
              <a:ea typeface="+mn-lt"/>
              <a:cs typeface="+mn-lt"/>
            </a:endParaRPr>
          </a:p>
          <a:p>
            <a:r>
              <a:rPr lang="en-US" sz="1250" b="1" err="1">
                <a:latin typeface="Consolas"/>
                <a:ea typeface="+mn-lt"/>
                <a:cs typeface="+mn-lt"/>
              </a:rPr>
              <a:t>load_data</a:t>
            </a:r>
            <a:r>
              <a:rPr lang="en-US" sz="1250" b="1" dirty="0">
                <a:latin typeface="Consolas"/>
                <a:ea typeface="+mn-lt"/>
                <a:cs typeface="+mn-lt"/>
              </a:rPr>
              <a:t>()</a:t>
            </a:r>
            <a:r>
              <a:rPr lang="en-US" sz="1250" b="1" dirty="0">
                <a:ea typeface="+mn-lt"/>
                <a:cs typeface="+mn-lt"/>
              </a:rPr>
              <a:t>:</a:t>
            </a:r>
            <a:r>
              <a:rPr lang="en-US" sz="1250" dirty="0">
                <a:ea typeface="+mn-lt"/>
                <a:cs typeface="+mn-lt"/>
              </a:rPr>
              <a:t> This function reads the JSON file and parses its contents into Python data structures (e.g., dictionaries and lists) for processing within the application.</a:t>
            </a:r>
          </a:p>
          <a:p>
            <a:r>
              <a:rPr lang="en-US" sz="1250" b="1" err="1">
                <a:latin typeface="Consolas"/>
                <a:ea typeface="+mn-lt"/>
                <a:cs typeface="+mn-lt"/>
              </a:rPr>
              <a:t>save_data</a:t>
            </a:r>
            <a:r>
              <a:rPr lang="en-US" sz="1250" b="1" dirty="0">
                <a:latin typeface="Consolas"/>
                <a:ea typeface="+mn-lt"/>
                <a:cs typeface="+mn-lt"/>
              </a:rPr>
              <a:t>()</a:t>
            </a:r>
            <a:r>
              <a:rPr lang="en-US" sz="1250" b="1" dirty="0">
                <a:ea typeface="+mn-lt"/>
                <a:cs typeface="+mn-lt"/>
              </a:rPr>
              <a:t>:</a:t>
            </a:r>
            <a:r>
              <a:rPr lang="en-US" sz="1250" dirty="0">
                <a:ea typeface="+mn-lt"/>
                <a:cs typeface="+mn-lt"/>
              </a:rPr>
              <a:t> This function converts updated data structures back into JSON format and writes them to the respective files, ensuring changes are stored persistently.</a:t>
            </a:r>
            <a:endParaRPr lang="en-US" sz="1250"/>
          </a:p>
        </p:txBody>
      </p:sp>
    </p:spTree>
    <p:extLst>
      <p:ext uri="{BB962C8B-B14F-4D97-AF65-F5344CB8AC3E}">
        <p14:creationId xmlns:p14="http://schemas.microsoft.com/office/powerpoint/2010/main" val="1295563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8A9442-0AC7-339B-1636-8BCA466E6471}"/>
              </a:ext>
            </a:extLst>
          </p:cNvPr>
          <p:cNvSpPr>
            <a:spLocks noGrp="1"/>
          </p:cNvSpPr>
          <p:nvPr>
            <p:ph type="title"/>
          </p:nvPr>
        </p:nvSpPr>
        <p:spPr>
          <a:xfrm>
            <a:off x="1091203" y="1069848"/>
            <a:ext cx="6308775" cy="2049620"/>
          </a:xfrm>
        </p:spPr>
        <p:txBody>
          <a:bodyPr>
            <a:normAutofit/>
          </a:bodyPr>
          <a:lstStyle/>
          <a:p>
            <a:r>
              <a:rPr lang="en-US" sz="6000"/>
              <a:t>Security </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1174440-C7DB-EA8C-C1F3-D00DBF1E7ADF}"/>
              </a:ext>
            </a:extLst>
          </p:cNvPr>
          <p:cNvSpPr>
            <a:spLocks noGrp="1"/>
          </p:cNvSpPr>
          <p:nvPr>
            <p:ph idx="1"/>
          </p:nvPr>
        </p:nvSpPr>
        <p:spPr>
          <a:xfrm>
            <a:off x="1097280" y="3180522"/>
            <a:ext cx="6223996" cy="3105978"/>
          </a:xfrm>
        </p:spPr>
        <p:txBody>
          <a:bodyPr vert="horz" lIns="91440" tIns="45720" rIns="91440" bIns="45720" rtlCol="0">
            <a:normAutofit/>
          </a:bodyPr>
          <a:lstStyle/>
          <a:p>
            <a:pPr>
              <a:lnSpc>
                <a:spcPct val="120000"/>
              </a:lnSpc>
            </a:pPr>
            <a:r>
              <a:rPr lang="en-US" sz="1300" b="1">
                <a:ea typeface="+mn-lt"/>
                <a:cs typeface="+mn-lt"/>
              </a:rPr>
              <a:t>Password Hashing Using SHA-256:</a:t>
            </a:r>
            <a:endParaRPr lang="en-US" sz="1300"/>
          </a:p>
          <a:p>
            <a:pPr>
              <a:lnSpc>
                <a:spcPct val="120000"/>
              </a:lnSpc>
            </a:pPr>
            <a:r>
              <a:rPr lang="en-US" sz="1300">
                <a:ea typeface="+mn-lt"/>
                <a:cs typeface="+mn-lt"/>
              </a:rPr>
              <a:t>All user passwords are hashed using the SHA-256 algorithm before being stored, ensuring that plain-text passwords are never exposed.</a:t>
            </a:r>
            <a:endParaRPr lang="en-US" sz="1300"/>
          </a:p>
          <a:p>
            <a:pPr>
              <a:lnSpc>
                <a:spcPct val="120000"/>
              </a:lnSpc>
            </a:pPr>
            <a:r>
              <a:rPr lang="en-US" sz="1300" b="1">
                <a:ea typeface="+mn-lt"/>
                <a:cs typeface="+mn-lt"/>
              </a:rPr>
              <a:t>Admin Password Protection:</a:t>
            </a:r>
            <a:endParaRPr lang="en-US" sz="1300"/>
          </a:p>
          <a:p>
            <a:pPr>
              <a:lnSpc>
                <a:spcPct val="120000"/>
              </a:lnSpc>
            </a:pPr>
            <a:r>
              <a:rPr lang="en-US" sz="1300">
                <a:ea typeface="+mn-lt"/>
                <a:cs typeface="+mn-lt"/>
              </a:rPr>
              <a:t>The administrator's password is also hashed using the same method, providing an additional layer of security for high-privilege access.</a:t>
            </a:r>
            <a:endParaRPr lang="en-US" sz="1300"/>
          </a:p>
          <a:p>
            <a:pPr>
              <a:lnSpc>
                <a:spcPct val="120000"/>
              </a:lnSpc>
            </a:pPr>
            <a:r>
              <a:rPr lang="en-US" sz="1300" b="1">
                <a:ea typeface="+mn-lt"/>
                <a:cs typeface="+mn-lt"/>
              </a:rPr>
              <a:t>Password Verification Before Login:</a:t>
            </a:r>
            <a:endParaRPr lang="en-US" sz="1300"/>
          </a:p>
          <a:p>
            <a:pPr>
              <a:lnSpc>
                <a:spcPct val="120000"/>
              </a:lnSpc>
            </a:pPr>
            <a:r>
              <a:rPr lang="en-US" sz="1300">
                <a:ea typeface="+mn-lt"/>
                <a:cs typeface="+mn-lt"/>
              </a:rPr>
              <a:t>A dedicated function, </a:t>
            </a:r>
            <a:r>
              <a:rPr lang="en-US" sz="1300" b="1" err="1">
                <a:latin typeface="Consolas"/>
              </a:rPr>
              <a:t>verify_password</a:t>
            </a:r>
            <a:r>
              <a:rPr lang="en-US" sz="1300" b="1">
                <a:latin typeface="Consolas"/>
              </a:rPr>
              <a:t>()</a:t>
            </a:r>
            <a:r>
              <a:rPr lang="en-US" sz="1300">
                <a:ea typeface="+mn-lt"/>
                <a:cs typeface="+mn-lt"/>
              </a:rPr>
              <a:t>, is implemented to compare the hashed version of the entered password with the stored hash, ensuring only authorized users can log in.</a:t>
            </a:r>
            <a:endParaRPr lang="en-US" sz="1300"/>
          </a:p>
        </p:txBody>
      </p:sp>
      <p:pic>
        <p:nvPicPr>
          <p:cNvPr id="5" name="Picture 4" descr="Computer script on a screen">
            <a:extLst>
              <a:ext uri="{FF2B5EF4-FFF2-40B4-BE49-F238E27FC236}">
                <a16:creationId xmlns:a16="http://schemas.microsoft.com/office/drawing/2014/main" id="{6BC2DEED-DDF9-0332-0228-E1A981377990}"/>
              </a:ext>
            </a:extLst>
          </p:cNvPr>
          <p:cNvPicPr>
            <a:picLocks noChangeAspect="1"/>
          </p:cNvPicPr>
          <p:nvPr/>
        </p:nvPicPr>
        <p:blipFill>
          <a:blip r:embed="rId2"/>
          <a:srcRect l="13736" r="50716" b="-3"/>
          <a:stretch/>
        </p:blipFill>
        <p:spPr>
          <a:xfrm>
            <a:off x="8534400" y="10"/>
            <a:ext cx="3657601" cy="6857990"/>
          </a:xfrm>
          <a:prstGeom prst="rect">
            <a:avLst/>
          </a:prstGeom>
          <a:ln>
            <a:noFill/>
          </a:ln>
          <a:effectLst>
            <a:softEdge rad="112500"/>
          </a:effectLst>
        </p:spPr>
      </p:pic>
    </p:spTree>
    <p:extLst>
      <p:ext uri="{BB962C8B-B14F-4D97-AF65-F5344CB8AC3E}">
        <p14:creationId xmlns:p14="http://schemas.microsoft.com/office/powerpoint/2010/main" val="4254424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BAB60E1-3066-43D0-BDD2-96DC8AC584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A67FB93-E092-450C-8675-960F10D5C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obile device with apps">
            <a:extLst>
              <a:ext uri="{FF2B5EF4-FFF2-40B4-BE49-F238E27FC236}">
                <a16:creationId xmlns:a16="http://schemas.microsoft.com/office/drawing/2014/main" id="{4D69A767-0064-0C4A-3AC0-BF0C638D8C8C}"/>
              </a:ext>
            </a:extLst>
          </p:cNvPr>
          <p:cNvPicPr>
            <a:picLocks noChangeAspect="1"/>
          </p:cNvPicPr>
          <p:nvPr/>
        </p:nvPicPr>
        <p:blipFill>
          <a:blip r:embed="rId2">
            <a:alphaModFix amt="60000"/>
          </a:blip>
          <a:srcRect/>
          <a:stretch/>
        </p:blipFill>
        <p:spPr>
          <a:xfrm>
            <a:off x="20" y="10"/>
            <a:ext cx="12191979" cy="6857989"/>
          </a:xfrm>
          <a:prstGeom prst="rect">
            <a:avLst/>
          </a:prstGeom>
        </p:spPr>
      </p:pic>
      <p:sp>
        <p:nvSpPr>
          <p:cNvPr id="2" name="Title 1">
            <a:extLst>
              <a:ext uri="{FF2B5EF4-FFF2-40B4-BE49-F238E27FC236}">
                <a16:creationId xmlns:a16="http://schemas.microsoft.com/office/drawing/2014/main" id="{2C4E9A3C-5709-9F6C-D53A-531F33FD0765}"/>
              </a:ext>
            </a:extLst>
          </p:cNvPr>
          <p:cNvSpPr>
            <a:spLocks noGrp="1"/>
          </p:cNvSpPr>
          <p:nvPr>
            <p:ph type="title"/>
          </p:nvPr>
        </p:nvSpPr>
        <p:spPr>
          <a:xfrm>
            <a:off x="1088136" y="1069848"/>
            <a:ext cx="10084271" cy="1820488"/>
          </a:xfrm>
        </p:spPr>
        <p:txBody>
          <a:bodyPr>
            <a:normAutofit/>
          </a:bodyPr>
          <a:lstStyle/>
          <a:p>
            <a:r>
              <a:rPr lang="en-US" sz="6000">
                <a:solidFill>
                  <a:srgbClr val="FFFFFF"/>
                </a:solidFill>
              </a:rPr>
              <a:t>User Interface (UI)</a:t>
            </a:r>
          </a:p>
        </p:txBody>
      </p:sp>
      <p:cxnSp>
        <p:nvCxnSpPr>
          <p:cNvPr id="20" name="Straight Connector 19">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3881"/>
            <a:ext cx="804195" cy="0"/>
          </a:xfrm>
          <a:prstGeom prst="line">
            <a:avLst/>
          </a:prstGeom>
          <a:ln w="8572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26E4F8A-59F7-295C-9BFB-DB13CD3683AF}"/>
              </a:ext>
            </a:extLst>
          </p:cNvPr>
          <p:cNvSpPr>
            <a:spLocks noGrp="1"/>
          </p:cNvSpPr>
          <p:nvPr>
            <p:ph idx="1"/>
          </p:nvPr>
        </p:nvSpPr>
        <p:spPr>
          <a:xfrm>
            <a:off x="1024466" y="2798097"/>
            <a:ext cx="10697634" cy="3787876"/>
          </a:xfrm>
        </p:spPr>
        <p:txBody>
          <a:bodyPr vert="horz" lIns="91440" tIns="45720" rIns="91440" bIns="45720" rtlCol="0" anchor="b">
            <a:noAutofit/>
          </a:bodyPr>
          <a:lstStyle/>
          <a:p>
            <a:pPr>
              <a:lnSpc>
                <a:spcPct val="120000"/>
              </a:lnSpc>
            </a:pPr>
            <a:r>
              <a:rPr lang="en-US" sz="1600" b="1" dirty="0">
                <a:solidFill>
                  <a:srgbClr val="FFFFFF"/>
                </a:solidFill>
                <a:ea typeface="+mn-lt"/>
                <a:cs typeface="+mn-lt"/>
              </a:rPr>
              <a:t>Use of </a:t>
            </a:r>
            <a:r>
              <a:rPr lang="en-US" sz="1600" b="1" err="1">
                <a:solidFill>
                  <a:srgbClr val="FFFFFF"/>
                </a:solidFill>
                <a:ea typeface="+mn-lt"/>
                <a:cs typeface="+mn-lt"/>
              </a:rPr>
              <a:t>Tkinter</a:t>
            </a:r>
            <a:r>
              <a:rPr lang="en-US" sz="1600" b="1" dirty="0">
                <a:solidFill>
                  <a:srgbClr val="FFFFFF"/>
                </a:solidFill>
                <a:ea typeface="+mn-lt"/>
                <a:cs typeface="+mn-lt"/>
              </a:rPr>
              <a:t> Widgets:</a:t>
            </a:r>
            <a:endParaRPr lang="en-US" sz="1600">
              <a:solidFill>
                <a:srgbClr val="FFFFFF"/>
              </a:solidFill>
            </a:endParaRPr>
          </a:p>
          <a:p>
            <a:pPr marL="0" indent="0">
              <a:lnSpc>
                <a:spcPct val="120000"/>
              </a:lnSpc>
              <a:buNone/>
            </a:pPr>
            <a:r>
              <a:rPr lang="en-US" sz="1600" dirty="0">
                <a:solidFill>
                  <a:srgbClr val="FFFFFF"/>
                </a:solidFill>
                <a:ea typeface="+mn-lt"/>
                <a:cs typeface="+mn-lt"/>
              </a:rPr>
              <a:t>The UI leverages a variety of </a:t>
            </a:r>
            <a:r>
              <a:rPr lang="en-US" sz="1600" b="1" err="1">
                <a:solidFill>
                  <a:srgbClr val="FFFFFF"/>
                </a:solidFill>
                <a:ea typeface="+mn-lt"/>
                <a:cs typeface="+mn-lt"/>
              </a:rPr>
              <a:t>Tkinter</a:t>
            </a:r>
            <a:r>
              <a:rPr lang="en-US" sz="1600" b="1" dirty="0">
                <a:solidFill>
                  <a:srgbClr val="FFFFFF"/>
                </a:solidFill>
                <a:ea typeface="+mn-lt"/>
                <a:cs typeface="+mn-lt"/>
              </a:rPr>
              <a:t> widgets</a:t>
            </a:r>
            <a:r>
              <a:rPr lang="en-US" sz="1600" dirty="0">
                <a:solidFill>
                  <a:srgbClr val="FFFFFF"/>
                </a:solidFill>
                <a:ea typeface="+mn-lt"/>
                <a:cs typeface="+mn-lt"/>
              </a:rPr>
              <a:t>, including:</a:t>
            </a:r>
            <a:endParaRPr lang="en-US" sz="1600">
              <a:solidFill>
                <a:srgbClr val="FFFFFF"/>
              </a:solidFill>
            </a:endParaRPr>
          </a:p>
          <a:p>
            <a:pPr>
              <a:lnSpc>
                <a:spcPct val="120000"/>
              </a:lnSpc>
            </a:pPr>
            <a:r>
              <a:rPr lang="en-US" sz="1600" b="1" dirty="0">
                <a:solidFill>
                  <a:srgbClr val="FFFFFF"/>
                </a:solidFill>
                <a:ea typeface="+mn-lt"/>
                <a:cs typeface="+mn-lt"/>
              </a:rPr>
              <a:t>Buttons</a:t>
            </a:r>
            <a:r>
              <a:rPr lang="en-US" sz="1600" dirty="0">
                <a:solidFill>
                  <a:srgbClr val="FFFFFF"/>
                </a:solidFill>
                <a:ea typeface="+mn-lt"/>
                <a:cs typeface="+mn-lt"/>
              </a:rPr>
              <a:t> for actions such as logging in, saving data, and navigating between screens.</a:t>
            </a:r>
            <a:endParaRPr lang="en-US" sz="1600">
              <a:solidFill>
                <a:srgbClr val="FFFFFF"/>
              </a:solidFill>
            </a:endParaRPr>
          </a:p>
          <a:p>
            <a:pPr>
              <a:lnSpc>
                <a:spcPct val="120000"/>
              </a:lnSpc>
            </a:pPr>
            <a:r>
              <a:rPr lang="en-US" sz="1600" b="1" dirty="0">
                <a:solidFill>
                  <a:srgbClr val="FFFFFF"/>
                </a:solidFill>
                <a:ea typeface="+mn-lt"/>
                <a:cs typeface="+mn-lt"/>
              </a:rPr>
              <a:t>Labels</a:t>
            </a:r>
            <a:r>
              <a:rPr lang="en-US" sz="1600" dirty="0">
                <a:solidFill>
                  <a:srgbClr val="FFFFFF"/>
                </a:solidFill>
                <a:ea typeface="+mn-lt"/>
                <a:cs typeface="+mn-lt"/>
              </a:rPr>
              <a:t> for text display and guidance.</a:t>
            </a:r>
            <a:endParaRPr lang="en-US" sz="1600">
              <a:solidFill>
                <a:srgbClr val="FFFFFF"/>
              </a:solidFill>
            </a:endParaRPr>
          </a:p>
          <a:p>
            <a:pPr>
              <a:lnSpc>
                <a:spcPct val="120000"/>
              </a:lnSpc>
            </a:pPr>
            <a:r>
              <a:rPr lang="en-US" sz="1600" b="1" dirty="0">
                <a:solidFill>
                  <a:srgbClr val="FFFFFF"/>
                </a:solidFill>
                <a:ea typeface="+mn-lt"/>
                <a:cs typeface="+mn-lt"/>
              </a:rPr>
              <a:t>Entries</a:t>
            </a:r>
            <a:r>
              <a:rPr lang="en-US" sz="1600" dirty="0">
                <a:solidFill>
                  <a:srgbClr val="FFFFFF"/>
                </a:solidFill>
                <a:ea typeface="+mn-lt"/>
                <a:cs typeface="+mn-lt"/>
              </a:rPr>
              <a:t> for inputting data like usernames and passwords.</a:t>
            </a:r>
            <a:endParaRPr lang="en-US" sz="1600">
              <a:solidFill>
                <a:srgbClr val="FFFFFF"/>
              </a:solidFill>
            </a:endParaRPr>
          </a:p>
          <a:p>
            <a:pPr>
              <a:lnSpc>
                <a:spcPct val="120000"/>
              </a:lnSpc>
            </a:pPr>
            <a:r>
              <a:rPr lang="en-US" sz="1600" b="1" err="1">
                <a:solidFill>
                  <a:srgbClr val="FFFFFF"/>
                </a:solidFill>
                <a:ea typeface="+mn-lt"/>
                <a:cs typeface="+mn-lt"/>
              </a:rPr>
              <a:t>Comboboxes</a:t>
            </a:r>
            <a:r>
              <a:rPr lang="en-US" sz="1600" dirty="0">
                <a:solidFill>
                  <a:srgbClr val="FFFFFF"/>
                </a:solidFill>
                <a:ea typeface="+mn-lt"/>
                <a:cs typeface="+mn-lt"/>
              </a:rPr>
              <a:t> for selecting predefined options like class names or subjects.</a:t>
            </a:r>
            <a:endParaRPr lang="en-US" sz="1600">
              <a:solidFill>
                <a:srgbClr val="FFFFFF"/>
              </a:solidFill>
            </a:endParaRPr>
          </a:p>
          <a:p>
            <a:pPr>
              <a:lnSpc>
                <a:spcPct val="120000"/>
              </a:lnSpc>
            </a:pPr>
            <a:r>
              <a:rPr lang="en-US" sz="1600" b="1" err="1">
                <a:solidFill>
                  <a:srgbClr val="FFFFFF"/>
                </a:solidFill>
                <a:ea typeface="+mn-lt"/>
                <a:cs typeface="+mn-lt"/>
              </a:rPr>
              <a:t>Treeviews</a:t>
            </a:r>
            <a:r>
              <a:rPr lang="en-US" sz="1600" dirty="0">
                <a:solidFill>
                  <a:srgbClr val="FFFFFF"/>
                </a:solidFill>
                <a:ea typeface="+mn-lt"/>
                <a:cs typeface="+mn-lt"/>
              </a:rPr>
              <a:t> for displaying tabular data such as grades and schedules.</a:t>
            </a:r>
            <a:endParaRPr lang="en-US" sz="1600">
              <a:solidFill>
                <a:srgbClr val="FFFFFF"/>
              </a:solidFill>
            </a:endParaRPr>
          </a:p>
          <a:p>
            <a:pPr>
              <a:lnSpc>
                <a:spcPct val="120000"/>
              </a:lnSpc>
            </a:pPr>
            <a:r>
              <a:rPr lang="en-US" sz="1600" b="1" dirty="0">
                <a:solidFill>
                  <a:srgbClr val="FFFFFF"/>
                </a:solidFill>
                <a:ea typeface="+mn-lt"/>
                <a:cs typeface="+mn-lt"/>
              </a:rPr>
              <a:t>Text Areas</a:t>
            </a:r>
            <a:r>
              <a:rPr lang="en-US" sz="1600" dirty="0">
                <a:solidFill>
                  <a:srgbClr val="FFFFFF"/>
                </a:solidFill>
                <a:ea typeface="+mn-lt"/>
                <a:cs typeface="+mn-lt"/>
              </a:rPr>
              <a:t> for entering and reviewing feedback.</a:t>
            </a:r>
            <a:endParaRPr lang="en-US" sz="1600">
              <a:solidFill>
                <a:srgbClr val="FFFFFF"/>
              </a:solidFill>
            </a:endParaRPr>
          </a:p>
          <a:p>
            <a:pPr>
              <a:lnSpc>
                <a:spcPct val="120000"/>
              </a:lnSpc>
            </a:pPr>
            <a:r>
              <a:rPr lang="en-US" sz="1600" b="1" dirty="0">
                <a:solidFill>
                  <a:srgbClr val="FFFFFF"/>
                </a:solidFill>
                <a:ea typeface="+mn-lt"/>
                <a:cs typeface="+mn-lt"/>
              </a:rPr>
              <a:t>Styling, Font, and Color Schemes Used:</a:t>
            </a:r>
            <a:endParaRPr lang="en-US" sz="1600">
              <a:solidFill>
                <a:srgbClr val="FFFFFF"/>
              </a:solidFill>
            </a:endParaRPr>
          </a:p>
          <a:p>
            <a:pPr>
              <a:lnSpc>
                <a:spcPct val="120000"/>
              </a:lnSpc>
            </a:pPr>
            <a:r>
              <a:rPr lang="en-US" sz="1600" dirty="0">
                <a:solidFill>
                  <a:srgbClr val="FFFFFF"/>
                </a:solidFill>
                <a:ea typeface="+mn-lt"/>
                <a:cs typeface="+mn-lt"/>
              </a:rPr>
              <a:t>Consistent styling is applied throughout the application, with appropriate font sizes for readability and a harmonious color scheme for aesthetic appeal. Key sections use color differentiation to guide user focus.</a:t>
            </a:r>
            <a:endParaRPr lang="en-US" sz="1600" dirty="0">
              <a:solidFill>
                <a:srgbClr val="FFFFFF"/>
              </a:solidFill>
            </a:endParaRPr>
          </a:p>
        </p:txBody>
      </p:sp>
    </p:spTree>
    <p:extLst>
      <p:ext uri="{BB962C8B-B14F-4D97-AF65-F5344CB8AC3E}">
        <p14:creationId xmlns:p14="http://schemas.microsoft.com/office/powerpoint/2010/main" val="625362715"/>
      </p:ext>
    </p:extLst>
  </p:cSld>
  <p:clrMapOvr>
    <a:masterClrMapping/>
  </p:clrMapOvr>
</p:sld>
</file>

<file path=ppt/theme/theme1.xml><?xml version="1.0" encoding="utf-8"?>
<a:theme xmlns:a="http://schemas.openxmlformats.org/drawingml/2006/main" name="BjornVTI">
  <a:themeElements>
    <a:clrScheme name="Bjorn">
      <a:dk1>
        <a:sysClr val="windowText" lastClr="000000"/>
      </a:dk1>
      <a:lt1>
        <a:sysClr val="window" lastClr="FFFFFF"/>
      </a:lt1>
      <a:dk2>
        <a:srgbClr val="252747"/>
      </a:dk2>
      <a:lt2>
        <a:srgbClr val="ECE4E9"/>
      </a:lt2>
      <a:accent1>
        <a:srgbClr val="736EB6"/>
      </a:accent1>
      <a:accent2>
        <a:srgbClr val="AB5991"/>
      </a:accent2>
      <a:accent3>
        <a:srgbClr val="AC9F39"/>
      </a:accent3>
      <a:accent4>
        <a:srgbClr val="756029"/>
      </a:accent4>
      <a:accent5>
        <a:srgbClr val="E87850"/>
      </a:accent5>
      <a:accent6>
        <a:srgbClr val="C6922A"/>
      </a:accent6>
      <a:hlink>
        <a:srgbClr val="736EB6"/>
      </a:hlink>
      <a:folHlink>
        <a:srgbClr val="AB5991"/>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BjornVTI</vt:lpstr>
      <vt:lpstr>School Management System</vt:lpstr>
      <vt:lpstr>Introduction </vt:lpstr>
      <vt:lpstr>Key Features - Admin</vt:lpstr>
      <vt:lpstr>Key Features - Student</vt:lpstr>
      <vt:lpstr>System Architecture</vt:lpstr>
      <vt:lpstr>Data Management</vt:lpstr>
      <vt:lpstr>Security </vt:lpstr>
      <vt:lpstr>User Interface (UI)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167</cp:revision>
  <dcterms:created xsi:type="dcterms:W3CDTF">2024-12-21T20:09:53Z</dcterms:created>
  <dcterms:modified xsi:type="dcterms:W3CDTF">2024-12-21T20:52:12Z</dcterms:modified>
</cp:coreProperties>
</file>